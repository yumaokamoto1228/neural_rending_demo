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FBABDC-FE61-4A27-9CF9-DA2B03BC7386}" v="11" dt="2026-10-12T18:30:43.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9659" autoAdjust="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岡本　悠真" userId="3766dc53-e716-4499-a899-43135b1bbb9a" providerId="ADAL" clId="{33ACB91F-1528-43A4-893F-2FE8AE74116D}"/>
    <pc:docChg chg="undo redo custSel addSld modSld">
      <pc:chgData name="岡本　悠真" userId="3766dc53-e716-4499-a899-43135b1bbb9a" providerId="ADAL" clId="{33ACB91F-1528-43A4-893F-2FE8AE74116D}" dt="2026-10-12T18:37:08.064" v="1174" actId="20577"/>
      <pc:docMkLst>
        <pc:docMk/>
      </pc:docMkLst>
      <pc:sldChg chg="modSp mod setBg modNotesTx">
        <pc:chgData name="岡本　悠真" userId="3766dc53-e716-4499-a899-43135b1bbb9a" providerId="ADAL" clId="{33ACB91F-1528-43A4-893F-2FE8AE74116D}" dt="2026-10-12T17:15:59.479" v="1087" actId="20577"/>
        <pc:sldMkLst>
          <pc:docMk/>
          <pc:sldMk cId="0" sldId="256"/>
        </pc:sldMkLst>
        <pc:spChg chg="mod">
          <ac:chgData name="岡本　悠真" userId="3766dc53-e716-4499-a899-43135b1bbb9a" providerId="ADAL" clId="{33ACB91F-1528-43A4-893F-2FE8AE74116D}" dt="2026-10-12T16:42:01.621" v="1071" actId="255"/>
          <ac:spMkLst>
            <pc:docMk/>
            <pc:sldMk cId="0" sldId="256"/>
            <ac:spMk id="2" creationId="{00000000-0000-0000-0000-000000000000}"/>
          </ac:spMkLst>
        </pc:spChg>
        <pc:spChg chg="mod">
          <ac:chgData name="岡本　悠真" userId="3766dc53-e716-4499-a899-43135b1bbb9a" providerId="ADAL" clId="{33ACB91F-1528-43A4-893F-2FE8AE74116D}" dt="2026-10-12T17:15:59.479" v="1087" actId="20577"/>
          <ac:spMkLst>
            <pc:docMk/>
            <pc:sldMk cId="0" sldId="256"/>
            <ac:spMk id="3" creationId="{00000000-0000-0000-0000-000000000000}"/>
          </ac:spMkLst>
        </pc:spChg>
        <pc:spChg chg="mod">
          <ac:chgData name="岡本　悠真" userId="3766dc53-e716-4499-a899-43135b1bbb9a" providerId="ADAL" clId="{33ACB91F-1528-43A4-893F-2FE8AE74116D}" dt="2026-10-12T16:03:12.839" v="552" actId="20577"/>
          <ac:spMkLst>
            <pc:docMk/>
            <pc:sldMk cId="0" sldId="256"/>
            <ac:spMk id="4" creationId="{00000000-0000-0000-0000-000000000000}"/>
          </ac:spMkLst>
        </pc:spChg>
        <pc:spChg chg="mod">
          <ac:chgData name="岡本　悠真" userId="3766dc53-e716-4499-a899-43135b1bbb9a" providerId="ADAL" clId="{33ACB91F-1528-43A4-893F-2FE8AE74116D}" dt="2026-10-12T16:36:40.180" v="1031" actId="20577"/>
          <ac:spMkLst>
            <pc:docMk/>
            <pc:sldMk cId="0" sldId="256"/>
            <ac:spMk id="5" creationId="{00000000-0000-0000-0000-000000000000}"/>
          </ac:spMkLst>
        </pc:spChg>
      </pc:sldChg>
      <pc:sldChg chg="modSp mod modNotesTx">
        <pc:chgData name="岡本　悠真" userId="3766dc53-e716-4499-a899-43135b1bbb9a" providerId="ADAL" clId="{33ACB91F-1528-43A4-893F-2FE8AE74116D}" dt="2026-10-12T16:42:36.485" v="1075" actId="255"/>
        <pc:sldMkLst>
          <pc:docMk/>
          <pc:sldMk cId="0" sldId="257"/>
        </pc:sldMkLst>
        <pc:spChg chg="mod">
          <ac:chgData name="岡本　悠真" userId="3766dc53-e716-4499-a899-43135b1bbb9a" providerId="ADAL" clId="{33ACB91F-1528-43A4-893F-2FE8AE74116D}" dt="2026-10-12T16:42:36.485" v="1075" actId="255"/>
          <ac:spMkLst>
            <pc:docMk/>
            <pc:sldMk cId="0" sldId="257"/>
            <ac:spMk id="2" creationId="{00000000-0000-0000-0000-000000000000}"/>
          </ac:spMkLst>
        </pc:spChg>
        <pc:spChg chg="mod">
          <ac:chgData name="岡本　悠真" userId="3766dc53-e716-4499-a899-43135b1bbb9a" providerId="ADAL" clId="{33ACB91F-1528-43A4-893F-2FE8AE74116D}" dt="2026-10-12T12:06:55.267" v="419" actId="255"/>
          <ac:spMkLst>
            <pc:docMk/>
            <pc:sldMk cId="0" sldId="257"/>
            <ac:spMk id="5" creationId="{00000000-0000-0000-0000-000000000000}"/>
          </ac:spMkLst>
        </pc:spChg>
        <pc:spChg chg="mod">
          <ac:chgData name="岡本　悠真" userId="3766dc53-e716-4499-a899-43135b1bbb9a" providerId="ADAL" clId="{33ACB91F-1528-43A4-893F-2FE8AE74116D}" dt="2026-10-12T16:34:05.459" v="1001" actId="20577"/>
          <ac:spMkLst>
            <pc:docMk/>
            <pc:sldMk cId="0" sldId="257"/>
            <ac:spMk id="6" creationId="{00000000-0000-0000-0000-000000000000}"/>
          </ac:spMkLst>
        </pc:spChg>
        <pc:spChg chg="mod">
          <ac:chgData name="岡本　悠真" userId="3766dc53-e716-4499-a899-43135b1bbb9a" providerId="ADAL" clId="{33ACB91F-1528-43A4-893F-2FE8AE74116D}" dt="2026-10-12T12:07:45.321" v="431" actId="1076"/>
          <ac:spMkLst>
            <pc:docMk/>
            <pc:sldMk cId="0" sldId="257"/>
            <ac:spMk id="7" creationId="{00000000-0000-0000-0000-000000000000}"/>
          </ac:spMkLst>
        </pc:spChg>
        <pc:spChg chg="mod">
          <ac:chgData name="岡本　悠真" userId="3766dc53-e716-4499-a899-43135b1bbb9a" providerId="ADAL" clId="{33ACB91F-1528-43A4-893F-2FE8AE74116D}" dt="2026-10-12T12:07:52.705" v="432" actId="255"/>
          <ac:spMkLst>
            <pc:docMk/>
            <pc:sldMk cId="0" sldId="257"/>
            <ac:spMk id="8" creationId="{00000000-0000-0000-0000-000000000000}"/>
          </ac:spMkLst>
        </pc:spChg>
        <pc:spChg chg="mod">
          <ac:chgData name="岡本　悠真" userId="3766dc53-e716-4499-a899-43135b1bbb9a" providerId="ADAL" clId="{33ACB91F-1528-43A4-893F-2FE8AE74116D}" dt="2026-10-12T16:07:28.297" v="688" actId="20577"/>
          <ac:spMkLst>
            <pc:docMk/>
            <pc:sldMk cId="0" sldId="257"/>
            <ac:spMk id="9" creationId="{00000000-0000-0000-0000-000000000000}"/>
          </ac:spMkLst>
        </pc:spChg>
        <pc:spChg chg="mod">
          <ac:chgData name="岡本　悠真" userId="3766dc53-e716-4499-a899-43135b1bbb9a" providerId="ADAL" clId="{33ACB91F-1528-43A4-893F-2FE8AE74116D}" dt="2026-10-12T16:07:18.875" v="685" actId="20577"/>
          <ac:spMkLst>
            <pc:docMk/>
            <pc:sldMk cId="0" sldId="257"/>
            <ac:spMk id="10" creationId="{00000000-0000-0000-0000-000000000000}"/>
          </ac:spMkLst>
        </pc:spChg>
        <pc:spChg chg="mod">
          <ac:chgData name="岡本　悠真" userId="3766dc53-e716-4499-a899-43135b1bbb9a" providerId="ADAL" clId="{33ACB91F-1528-43A4-893F-2FE8AE74116D}" dt="2026-10-12T12:00:54.677" v="291" actId="20577"/>
          <ac:spMkLst>
            <pc:docMk/>
            <pc:sldMk cId="0" sldId="257"/>
            <ac:spMk id="11" creationId="{00000000-0000-0000-0000-000000000000}"/>
          </ac:spMkLst>
        </pc:spChg>
      </pc:sldChg>
      <pc:sldChg chg="addSp delSp modSp mod modNotesTx">
        <pc:chgData name="岡本　悠真" userId="3766dc53-e716-4499-a899-43135b1bbb9a" providerId="ADAL" clId="{33ACB91F-1528-43A4-893F-2FE8AE74116D}" dt="2026-10-12T16:42:46.945" v="1076" actId="255"/>
        <pc:sldMkLst>
          <pc:docMk/>
          <pc:sldMk cId="0" sldId="258"/>
        </pc:sldMkLst>
        <pc:spChg chg="mod">
          <ac:chgData name="岡本　悠真" userId="3766dc53-e716-4499-a899-43135b1bbb9a" providerId="ADAL" clId="{33ACB91F-1528-43A4-893F-2FE8AE74116D}" dt="2026-10-12T16:42:46.945" v="1076" actId="255"/>
          <ac:spMkLst>
            <pc:docMk/>
            <pc:sldMk cId="0" sldId="258"/>
            <ac:spMk id="2" creationId="{00000000-0000-0000-0000-000000000000}"/>
          </ac:spMkLst>
        </pc:spChg>
        <pc:spChg chg="del mod">
          <ac:chgData name="岡本　悠真" userId="3766dc53-e716-4499-a899-43135b1bbb9a" providerId="ADAL" clId="{33ACB91F-1528-43A4-893F-2FE8AE74116D}" dt="2026-10-12T12:04:21.735" v="386" actId="478"/>
          <ac:spMkLst>
            <pc:docMk/>
            <pc:sldMk cId="0" sldId="258"/>
            <ac:spMk id="21" creationId="{00000000-0000-0000-0000-000000000000}"/>
          </ac:spMkLst>
        </pc:spChg>
        <pc:spChg chg="mod">
          <ac:chgData name="岡本　悠真" userId="3766dc53-e716-4499-a899-43135b1bbb9a" providerId="ADAL" clId="{33ACB91F-1528-43A4-893F-2FE8AE74116D}" dt="2026-10-12T12:06:36.370" v="418" actId="1076"/>
          <ac:spMkLst>
            <pc:docMk/>
            <pc:sldMk cId="0" sldId="258"/>
            <ac:spMk id="22" creationId="{00000000-0000-0000-0000-000000000000}"/>
          </ac:spMkLst>
        </pc:spChg>
        <pc:spChg chg="mod">
          <ac:chgData name="岡本　悠真" userId="3766dc53-e716-4499-a899-43135b1bbb9a" providerId="ADAL" clId="{33ACB91F-1528-43A4-893F-2FE8AE74116D}" dt="2026-10-12T12:06:24.560" v="414" actId="1076"/>
          <ac:spMkLst>
            <pc:docMk/>
            <pc:sldMk cId="0" sldId="258"/>
            <ac:spMk id="23" creationId="{00000000-0000-0000-0000-000000000000}"/>
          </ac:spMkLst>
        </pc:spChg>
        <pc:spChg chg="del">
          <ac:chgData name="岡本　悠真" userId="3766dc53-e716-4499-a899-43135b1bbb9a" providerId="ADAL" clId="{33ACB91F-1528-43A4-893F-2FE8AE74116D}" dt="2026-10-12T12:04:13.359" v="382" actId="478"/>
          <ac:spMkLst>
            <pc:docMk/>
            <pc:sldMk cId="0" sldId="258"/>
            <ac:spMk id="24" creationId="{00000000-0000-0000-0000-000000000000}"/>
          </ac:spMkLst>
        </pc:spChg>
        <pc:spChg chg="mod">
          <ac:chgData name="岡本　悠真" userId="3766dc53-e716-4499-a899-43135b1bbb9a" providerId="ADAL" clId="{33ACB91F-1528-43A4-893F-2FE8AE74116D}" dt="2026-10-12T12:05:25.027" v="399" actId="255"/>
          <ac:spMkLst>
            <pc:docMk/>
            <pc:sldMk cId="0" sldId="258"/>
            <ac:spMk id="25" creationId="{00000000-0000-0000-0000-000000000000}"/>
          </ac:spMkLst>
        </pc:spChg>
        <pc:spChg chg="mod">
          <ac:chgData name="岡本　悠真" userId="3766dc53-e716-4499-a899-43135b1bbb9a" providerId="ADAL" clId="{33ACB91F-1528-43A4-893F-2FE8AE74116D}" dt="2026-10-12T12:05:35.767" v="401" actId="14100"/>
          <ac:spMkLst>
            <pc:docMk/>
            <pc:sldMk cId="0" sldId="258"/>
            <ac:spMk id="26" creationId="{00000000-0000-0000-0000-000000000000}"/>
          </ac:spMkLst>
        </pc:spChg>
        <pc:spChg chg="mod ord">
          <ac:chgData name="岡本　悠真" userId="3766dc53-e716-4499-a899-43135b1bbb9a" providerId="ADAL" clId="{33ACB91F-1528-43A4-893F-2FE8AE74116D}" dt="2026-10-12T12:06:29.005" v="416" actId="1076"/>
          <ac:spMkLst>
            <pc:docMk/>
            <pc:sldMk cId="0" sldId="258"/>
            <ac:spMk id="27" creationId="{00000000-0000-0000-0000-000000000000}"/>
          </ac:spMkLst>
        </pc:spChg>
        <pc:spChg chg="mod">
          <ac:chgData name="岡本　悠真" userId="3766dc53-e716-4499-a899-43135b1bbb9a" providerId="ADAL" clId="{33ACB91F-1528-43A4-893F-2FE8AE74116D}" dt="2026-10-12T12:06:31.630" v="417" actId="1076"/>
          <ac:spMkLst>
            <pc:docMk/>
            <pc:sldMk cId="0" sldId="258"/>
            <ac:spMk id="28" creationId="{00000000-0000-0000-0000-000000000000}"/>
          </ac:spMkLst>
        </pc:spChg>
        <pc:spChg chg="mod">
          <ac:chgData name="岡本　悠真" userId="3766dc53-e716-4499-a899-43135b1bbb9a" providerId="ADAL" clId="{33ACB91F-1528-43A4-893F-2FE8AE74116D}" dt="2026-10-12T12:06:15.940" v="413" actId="1076"/>
          <ac:spMkLst>
            <pc:docMk/>
            <pc:sldMk cId="0" sldId="258"/>
            <ac:spMk id="29" creationId="{00000000-0000-0000-0000-000000000000}"/>
          </ac:spMkLst>
        </pc:spChg>
        <pc:spChg chg="del">
          <ac:chgData name="岡本　悠真" userId="3766dc53-e716-4499-a899-43135b1bbb9a" providerId="ADAL" clId="{33ACB91F-1528-43A4-893F-2FE8AE74116D}" dt="2026-10-12T12:04:07.240" v="379" actId="478"/>
          <ac:spMkLst>
            <pc:docMk/>
            <pc:sldMk cId="0" sldId="258"/>
            <ac:spMk id="30" creationId="{00000000-0000-0000-0000-000000000000}"/>
          </ac:spMkLst>
        </pc:spChg>
        <pc:spChg chg="mod">
          <ac:chgData name="岡本　悠真" userId="3766dc53-e716-4499-a899-43135b1bbb9a" providerId="ADAL" clId="{33ACB91F-1528-43A4-893F-2FE8AE74116D}" dt="2026-10-12T12:05:54.615" v="408" actId="255"/>
          <ac:spMkLst>
            <pc:docMk/>
            <pc:sldMk cId="0" sldId="258"/>
            <ac:spMk id="31" creationId="{00000000-0000-0000-0000-000000000000}"/>
          </ac:spMkLst>
        </pc:spChg>
        <pc:spChg chg="mod">
          <ac:chgData name="岡本　悠真" userId="3766dc53-e716-4499-a899-43135b1bbb9a" providerId="ADAL" clId="{33ACB91F-1528-43A4-893F-2FE8AE74116D}" dt="2026-10-12T16:18:11.419" v="698" actId="20577"/>
          <ac:spMkLst>
            <pc:docMk/>
            <pc:sldMk cId="0" sldId="258"/>
            <ac:spMk id="32" creationId="{00000000-0000-0000-0000-000000000000}"/>
          </ac:spMkLst>
        </pc:spChg>
        <pc:spChg chg="mod">
          <ac:chgData name="岡本　悠真" userId="3766dc53-e716-4499-a899-43135b1bbb9a" providerId="ADAL" clId="{33ACB91F-1528-43A4-893F-2FE8AE74116D}" dt="2026-10-12T12:00:50.790" v="289" actId="20577"/>
          <ac:spMkLst>
            <pc:docMk/>
            <pc:sldMk cId="0" sldId="258"/>
            <ac:spMk id="33" creationId="{00000000-0000-0000-0000-000000000000}"/>
          </ac:spMkLst>
        </pc:spChg>
        <pc:spChg chg="add mod ord">
          <ac:chgData name="岡本　悠真" userId="3766dc53-e716-4499-a899-43135b1bbb9a" providerId="ADAL" clId="{33ACB91F-1528-43A4-893F-2FE8AE74116D}" dt="2026-10-12T16:18:24.769" v="699" actId="1038"/>
          <ac:spMkLst>
            <pc:docMk/>
            <pc:sldMk cId="0" sldId="258"/>
            <ac:spMk id="35" creationId="{9100F7DA-2F12-F016-EFA7-923905E57332}"/>
          </ac:spMkLst>
        </pc:spChg>
        <pc:spChg chg="add mod ord">
          <ac:chgData name="岡本　悠真" userId="3766dc53-e716-4499-a899-43135b1bbb9a" providerId="ADAL" clId="{33ACB91F-1528-43A4-893F-2FE8AE74116D}" dt="2026-10-12T12:05:45.849" v="406" actId="1076"/>
          <ac:spMkLst>
            <pc:docMk/>
            <pc:sldMk cId="0" sldId="258"/>
            <ac:spMk id="37" creationId="{DF17F727-8F8F-7AA6-8505-7A381D4BB34A}"/>
          </ac:spMkLst>
        </pc:spChg>
        <pc:spChg chg="add mod ord">
          <ac:chgData name="岡本　悠真" userId="3766dc53-e716-4499-a899-43135b1bbb9a" providerId="ADAL" clId="{33ACB91F-1528-43A4-893F-2FE8AE74116D}" dt="2026-10-12T12:04:35.604" v="390" actId="167"/>
          <ac:spMkLst>
            <pc:docMk/>
            <pc:sldMk cId="0" sldId="258"/>
            <ac:spMk id="39" creationId="{4E045A99-DC1C-1116-D54A-EEF7D047E38C}"/>
          </ac:spMkLst>
        </pc:spChg>
      </pc:sldChg>
      <pc:sldChg chg="addSp delSp modSp mod modNotesTx">
        <pc:chgData name="岡本　悠真" userId="3766dc53-e716-4499-a899-43135b1bbb9a" providerId="ADAL" clId="{33ACB91F-1528-43A4-893F-2FE8AE74116D}" dt="2026-10-12T16:42:29.481" v="1074" actId="255"/>
        <pc:sldMkLst>
          <pc:docMk/>
          <pc:sldMk cId="0" sldId="259"/>
        </pc:sldMkLst>
        <pc:spChg chg="mod">
          <ac:chgData name="岡本　悠真" userId="3766dc53-e716-4499-a899-43135b1bbb9a" providerId="ADAL" clId="{33ACB91F-1528-43A4-893F-2FE8AE74116D}" dt="2026-10-12T16:42:29.481" v="1074" actId="255"/>
          <ac:spMkLst>
            <pc:docMk/>
            <pc:sldMk cId="0" sldId="259"/>
            <ac:spMk id="2" creationId="{00000000-0000-0000-0000-000000000000}"/>
          </ac:spMkLst>
        </pc:spChg>
        <pc:spChg chg="mod">
          <ac:chgData name="岡本　悠真" userId="3766dc53-e716-4499-a899-43135b1bbb9a" providerId="ADAL" clId="{33ACB91F-1528-43A4-893F-2FE8AE74116D}" dt="2026-10-12T11:44:30.764" v="114" actId="14100"/>
          <ac:spMkLst>
            <pc:docMk/>
            <pc:sldMk cId="0" sldId="259"/>
            <ac:spMk id="4" creationId="{00000000-0000-0000-0000-000000000000}"/>
          </ac:spMkLst>
        </pc:spChg>
        <pc:spChg chg="mod">
          <ac:chgData name="岡本　悠真" userId="3766dc53-e716-4499-a899-43135b1bbb9a" providerId="ADAL" clId="{33ACB91F-1528-43A4-893F-2FE8AE74116D}" dt="2026-10-12T11:43:47.436" v="110" actId="1076"/>
          <ac:spMkLst>
            <pc:docMk/>
            <pc:sldMk cId="0" sldId="259"/>
            <ac:spMk id="5" creationId="{00000000-0000-0000-0000-000000000000}"/>
          </ac:spMkLst>
        </pc:spChg>
        <pc:spChg chg="mod">
          <ac:chgData name="岡本　悠真" userId="3766dc53-e716-4499-a899-43135b1bbb9a" providerId="ADAL" clId="{33ACB91F-1528-43A4-893F-2FE8AE74116D}" dt="2026-10-12T11:44:25.894" v="113" actId="14100"/>
          <ac:spMkLst>
            <pc:docMk/>
            <pc:sldMk cId="0" sldId="259"/>
            <ac:spMk id="6" creationId="{00000000-0000-0000-0000-000000000000}"/>
          </ac:spMkLst>
        </pc:spChg>
        <pc:spChg chg="mod">
          <ac:chgData name="岡本　悠真" userId="3766dc53-e716-4499-a899-43135b1bbb9a" providerId="ADAL" clId="{33ACB91F-1528-43A4-893F-2FE8AE74116D}" dt="2026-10-12T11:41:21.557" v="86" actId="1076"/>
          <ac:spMkLst>
            <pc:docMk/>
            <pc:sldMk cId="0" sldId="259"/>
            <ac:spMk id="7" creationId="{00000000-0000-0000-0000-000000000000}"/>
          </ac:spMkLst>
        </pc:spChg>
        <pc:spChg chg="mod">
          <ac:chgData name="岡本　悠真" userId="3766dc53-e716-4499-a899-43135b1bbb9a" providerId="ADAL" clId="{33ACB91F-1528-43A4-893F-2FE8AE74116D}" dt="2026-10-12T12:00:45.472" v="287" actId="20577"/>
          <ac:spMkLst>
            <pc:docMk/>
            <pc:sldMk cId="0" sldId="259"/>
            <ac:spMk id="9" creationId="{00000000-0000-0000-0000-000000000000}"/>
          </ac:spMkLst>
        </pc:spChg>
        <pc:graphicFrameChg chg="add del mod modGraphic">
          <ac:chgData name="岡本　悠真" userId="3766dc53-e716-4499-a899-43135b1bbb9a" providerId="ADAL" clId="{33ACB91F-1528-43A4-893F-2FE8AE74116D}" dt="2026-10-12T16:28:39.136" v="991" actId="20577"/>
          <ac:graphicFrameMkLst>
            <pc:docMk/>
            <pc:sldMk cId="0" sldId="259"/>
            <ac:graphicFrameMk id="8" creationId="{00000000-0000-0000-0000-000000000000}"/>
          </ac:graphicFrameMkLst>
        </pc:graphicFrameChg>
      </pc:sldChg>
      <pc:sldChg chg="modSp mod modNotesTx">
        <pc:chgData name="岡本　悠真" userId="3766dc53-e716-4499-a899-43135b1bbb9a" providerId="ADAL" clId="{33ACB91F-1528-43A4-893F-2FE8AE74116D}" dt="2026-10-12T16:42:57.242" v="1077" actId="255"/>
        <pc:sldMkLst>
          <pc:docMk/>
          <pc:sldMk cId="0" sldId="260"/>
        </pc:sldMkLst>
        <pc:spChg chg="mod">
          <ac:chgData name="岡本　悠真" userId="3766dc53-e716-4499-a899-43135b1bbb9a" providerId="ADAL" clId="{33ACB91F-1528-43A4-893F-2FE8AE74116D}" dt="2026-10-12T16:42:57.242" v="1077" actId="255"/>
          <ac:spMkLst>
            <pc:docMk/>
            <pc:sldMk cId="0" sldId="260"/>
            <ac:spMk id="2" creationId="{00000000-0000-0000-0000-000000000000}"/>
          </ac:spMkLst>
        </pc:spChg>
        <pc:spChg chg="mod">
          <ac:chgData name="岡本　悠真" userId="3766dc53-e716-4499-a899-43135b1bbb9a" providerId="ADAL" clId="{33ACB91F-1528-43A4-893F-2FE8AE74116D}" dt="2026-10-12T12:01:24.471" v="294" actId="255"/>
          <ac:spMkLst>
            <pc:docMk/>
            <pc:sldMk cId="0" sldId="260"/>
            <ac:spMk id="10" creationId="{00000000-0000-0000-0000-000000000000}"/>
          </ac:spMkLst>
        </pc:spChg>
        <pc:spChg chg="mod">
          <ac:chgData name="岡本　悠真" userId="3766dc53-e716-4499-a899-43135b1bbb9a" providerId="ADAL" clId="{33ACB91F-1528-43A4-893F-2FE8AE74116D}" dt="2026-10-12T12:02:57.374" v="350" actId="20577"/>
          <ac:spMkLst>
            <pc:docMk/>
            <pc:sldMk cId="0" sldId="260"/>
            <ac:spMk id="11" creationId="{00000000-0000-0000-0000-000000000000}"/>
          </ac:spMkLst>
        </pc:spChg>
        <pc:spChg chg="mod">
          <ac:chgData name="岡本　悠真" userId="3766dc53-e716-4499-a899-43135b1bbb9a" providerId="ADAL" clId="{33ACB91F-1528-43A4-893F-2FE8AE74116D}" dt="2026-10-12T12:01:46.262" v="299" actId="255"/>
          <ac:spMkLst>
            <pc:docMk/>
            <pc:sldMk cId="0" sldId="260"/>
            <ac:spMk id="12" creationId="{00000000-0000-0000-0000-000000000000}"/>
          </ac:spMkLst>
        </pc:spChg>
        <pc:spChg chg="mod">
          <ac:chgData name="岡本　悠真" userId="3766dc53-e716-4499-a899-43135b1bbb9a" providerId="ADAL" clId="{33ACB91F-1528-43A4-893F-2FE8AE74116D}" dt="2026-10-12T12:08:31.862" v="449" actId="20577"/>
          <ac:spMkLst>
            <pc:docMk/>
            <pc:sldMk cId="0" sldId="260"/>
            <ac:spMk id="13" creationId="{00000000-0000-0000-0000-000000000000}"/>
          </ac:spMkLst>
        </pc:spChg>
        <pc:spChg chg="mod">
          <ac:chgData name="岡本　悠真" userId="3766dc53-e716-4499-a899-43135b1bbb9a" providerId="ADAL" clId="{33ACB91F-1528-43A4-893F-2FE8AE74116D}" dt="2026-10-12T12:01:39.431" v="298" actId="1076"/>
          <ac:spMkLst>
            <pc:docMk/>
            <pc:sldMk cId="0" sldId="260"/>
            <ac:spMk id="14" creationId="{00000000-0000-0000-0000-000000000000}"/>
          </ac:spMkLst>
        </pc:spChg>
      </pc:sldChg>
      <pc:sldChg chg="modSp mod modNotesTx">
        <pc:chgData name="岡本　悠真" userId="3766dc53-e716-4499-a899-43135b1bbb9a" providerId="ADAL" clId="{33ACB91F-1528-43A4-893F-2FE8AE74116D}" dt="2026-10-12T16:43:04.403" v="1078" actId="255"/>
        <pc:sldMkLst>
          <pc:docMk/>
          <pc:sldMk cId="0" sldId="261"/>
        </pc:sldMkLst>
        <pc:spChg chg="mod">
          <ac:chgData name="岡本　悠真" userId="3766dc53-e716-4499-a899-43135b1bbb9a" providerId="ADAL" clId="{33ACB91F-1528-43A4-893F-2FE8AE74116D}" dt="2026-10-12T16:43:04.403" v="1078" actId="255"/>
          <ac:spMkLst>
            <pc:docMk/>
            <pc:sldMk cId="0" sldId="261"/>
            <ac:spMk id="2" creationId="{00000000-0000-0000-0000-000000000000}"/>
          </ac:spMkLst>
        </pc:spChg>
        <pc:spChg chg="mod">
          <ac:chgData name="岡本　悠真" userId="3766dc53-e716-4499-a899-43135b1bbb9a" providerId="ADAL" clId="{33ACB91F-1528-43A4-893F-2FE8AE74116D}" dt="2026-10-12T12:09:32.707" v="456" actId="1076"/>
          <ac:spMkLst>
            <pc:docMk/>
            <pc:sldMk cId="0" sldId="261"/>
            <ac:spMk id="6" creationId="{00000000-0000-0000-0000-000000000000}"/>
          </ac:spMkLst>
        </pc:spChg>
        <pc:spChg chg="mod">
          <ac:chgData name="岡本　悠真" userId="3766dc53-e716-4499-a899-43135b1bbb9a" providerId="ADAL" clId="{33ACB91F-1528-43A4-893F-2FE8AE74116D}" dt="2026-10-12T12:09:55.696" v="461" actId="14100"/>
          <ac:spMkLst>
            <pc:docMk/>
            <pc:sldMk cId="0" sldId="261"/>
            <ac:spMk id="7" creationId="{00000000-0000-0000-0000-000000000000}"/>
          </ac:spMkLst>
        </pc:spChg>
        <pc:spChg chg="mod">
          <ac:chgData name="岡本　悠真" userId="3766dc53-e716-4499-a899-43135b1bbb9a" providerId="ADAL" clId="{33ACB91F-1528-43A4-893F-2FE8AE74116D}" dt="2026-10-12T12:09:24.812" v="455" actId="14100"/>
          <ac:spMkLst>
            <pc:docMk/>
            <pc:sldMk cId="0" sldId="261"/>
            <ac:spMk id="8" creationId="{00000000-0000-0000-0000-000000000000}"/>
          </ac:spMkLst>
        </pc:spChg>
        <pc:spChg chg="mod">
          <ac:chgData name="岡本　悠真" userId="3766dc53-e716-4499-a899-43135b1bbb9a" providerId="ADAL" clId="{33ACB91F-1528-43A4-893F-2FE8AE74116D}" dt="2026-10-12T12:10:15.126" v="486" actId="20577"/>
          <ac:spMkLst>
            <pc:docMk/>
            <pc:sldMk cId="0" sldId="261"/>
            <ac:spMk id="9" creationId="{00000000-0000-0000-0000-000000000000}"/>
          </ac:spMkLst>
        </pc:spChg>
        <pc:spChg chg="mod">
          <ac:chgData name="岡本　悠真" userId="3766dc53-e716-4499-a899-43135b1bbb9a" providerId="ADAL" clId="{33ACB91F-1528-43A4-893F-2FE8AE74116D}" dt="2026-10-12T11:59:00.033" v="283" actId="20577"/>
          <ac:spMkLst>
            <pc:docMk/>
            <pc:sldMk cId="0" sldId="261"/>
            <ac:spMk id="10" creationId="{00000000-0000-0000-0000-000000000000}"/>
          </ac:spMkLst>
        </pc:spChg>
      </pc:sldChg>
      <pc:sldChg chg="modSp mod modNotesTx">
        <pc:chgData name="岡本　悠真" userId="3766dc53-e716-4499-a899-43135b1bbb9a" providerId="ADAL" clId="{33ACB91F-1528-43A4-893F-2FE8AE74116D}" dt="2026-10-12T17:55:57.976" v="1099" actId="20577"/>
        <pc:sldMkLst>
          <pc:docMk/>
          <pc:sldMk cId="0" sldId="262"/>
        </pc:sldMkLst>
        <pc:spChg chg="mod">
          <ac:chgData name="岡本　悠真" userId="3766dc53-e716-4499-a899-43135b1bbb9a" providerId="ADAL" clId="{33ACB91F-1528-43A4-893F-2FE8AE74116D}" dt="2026-10-12T16:43:13.164" v="1079" actId="255"/>
          <ac:spMkLst>
            <pc:docMk/>
            <pc:sldMk cId="0" sldId="262"/>
            <ac:spMk id="2" creationId="{00000000-0000-0000-0000-000000000000}"/>
          </ac:spMkLst>
        </pc:spChg>
        <pc:spChg chg="mod">
          <ac:chgData name="岡本　悠真" userId="3766dc53-e716-4499-a899-43135b1bbb9a" providerId="ADAL" clId="{33ACB91F-1528-43A4-893F-2FE8AE74116D}" dt="2026-10-12T16:39:13.429" v="1059" actId="115"/>
          <ac:spMkLst>
            <pc:docMk/>
            <pc:sldMk cId="0" sldId="262"/>
            <ac:spMk id="5" creationId="{00000000-0000-0000-0000-000000000000}"/>
          </ac:spMkLst>
        </pc:spChg>
        <pc:spChg chg="mod">
          <ac:chgData name="岡本　悠真" userId="3766dc53-e716-4499-a899-43135b1bbb9a" providerId="ADAL" clId="{33ACB91F-1528-43A4-893F-2FE8AE74116D}" dt="2026-10-12T16:38:32.811" v="1049" actId="113"/>
          <ac:spMkLst>
            <pc:docMk/>
            <pc:sldMk cId="0" sldId="262"/>
            <ac:spMk id="6" creationId="{00000000-0000-0000-0000-000000000000}"/>
          </ac:spMkLst>
        </pc:spChg>
        <pc:spChg chg="mod">
          <ac:chgData name="岡本　悠真" userId="3766dc53-e716-4499-a899-43135b1bbb9a" providerId="ADAL" clId="{33ACB91F-1528-43A4-893F-2FE8AE74116D}" dt="2026-10-12T16:38:58.092" v="1056" actId="255"/>
          <ac:spMkLst>
            <pc:docMk/>
            <pc:sldMk cId="0" sldId="262"/>
            <ac:spMk id="9" creationId="{00000000-0000-0000-0000-000000000000}"/>
          </ac:spMkLst>
        </pc:spChg>
        <pc:spChg chg="mod">
          <ac:chgData name="岡本　悠真" userId="3766dc53-e716-4499-a899-43135b1bbb9a" providerId="ADAL" clId="{33ACB91F-1528-43A4-893F-2FE8AE74116D}" dt="2026-10-12T16:38:40.164" v="1050" actId="113"/>
          <ac:spMkLst>
            <pc:docMk/>
            <pc:sldMk cId="0" sldId="262"/>
            <ac:spMk id="10" creationId="{00000000-0000-0000-0000-000000000000}"/>
          </ac:spMkLst>
        </pc:spChg>
        <pc:spChg chg="mod">
          <ac:chgData name="岡本　悠真" userId="3766dc53-e716-4499-a899-43135b1bbb9a" providerId="ADAL" clId="{33ACB91F-1528-43A4-893F-2FE8AE74116D}" dt="2026-10-12T16:39:04.125" v="1057" actId="255"/>
          <ac:spMkLst>
            <pc:docMk/>
            <pc:sldMk cId="0" sldId="262"/>
            <ac:spMk id="13" creationId="{00000000-0000-0000-0000-000000000000}"/>
          </ac:spMkLst>
        </pc:spChg>
        <pc:spChg chg="mod">
          <ac:chgData name="岡本　悠真" userId="3766dc53-e716-4499-a899-43135b1bbb9a" providerId="ADAL" clId="{33ACB91F-1528-43A4-893F-2FE8AE74116D}" dt="2026-10-12T16:38:43.641" v="1051" actId="113"/>
          <ac:spMkLst>
            <pc:docMk/>
            <pc:sldMk cId="0" sldId="262"/>
            <ac:spMk id="14" creationId="{00000000-0000-0000-0000-000000000000}"/>
          </ac:spMkLst>
        </pc:spChg>
        <pc:spChg chg="mod">
          <ac:chgData name="岡本　悠真" userId="3766dc53-e716-4499-a899-43135b1bbb9a" providerId="ADAL" clId="{33ACB91F-1528-43A4-893F-2FE8AE74116D}" dt="2026-10-12T16:39:23.245" v="1061" actId="255"/>
          <ac:spMkLst>
            <pc:docMk/>
            <pc:sldMk cId="0" sldId="262"/>
            <ac:spMk id="17" creationId="{00000000-0000-0000-0000-000000000000}"/>
          </ac:spMkLst>
        </pc:spChg>
        <pc:spChg chg="mod">
          <ac:chgData name="岡本　悠真" userId="3766dc53-e716-4499-a899-43135b1bbb9a" providerId="ADAL" clId="{33ACB91F-1528-43A4-893F-2FE8AE74116D}" dt="2026-10-12T16:39:27.384" v="1062" actId="113"/>
          <ac:spMkLst>
            <pc:docMk/>
            <pc:sldMk cId="0" sldId="262"/>
            <ac:spMk id="18" creationId="{00000000-0000-0000-0000-000000000000}"/>
          </ac:spMkLst>
        </pc:spChg>
        <pc:spChg chg="mod">
          <ac:chgData name="岡本　悠真" userId="3766dc53-e716-4499-a899-43135b1bbb9a" providerId="ADAL" clId="{33ACB91F-1528-43A4-893F-2FE8AE74116D}" dt="2026-10-12T16:39:37.903" v="1064" actId="115"/>
          <ac:spMkLst>
            <pc:docMk/>
            <pc:sldMk cId="0" sldId="262"/>
            <ac:spMk id="21" creationId="{00000000-0000-0000-0000-000000000000}"/>
          </ac:spMkLst>
        </pc:spChg>
        <pc:spChg chg="mod">
          <ac:chgData name="岡本　悠真" userId="3766dc53-e716-4499-a899-43135b1bbb9a" providerId="ADAL" clId="{33ACB91F-1528-43A4-893F-2FE8AE74116D}" dt="2026-10-12T16:39:46.215" v="1065" actId="255"/>
          <ac:spMkLst>
            <pc:docMk/>
            <pc:sldMk cId="0" sldId="262"/>
            <ac:spMk id="22" creationId="{00000000-0000-0000-0000-000000000000}"/>
          </ac:spMkLst>
        </pc:spChg>
        <pc:spChg chg="mod">
          <ac:chgData name="岡本　悠真" userId="3766dc53-e716-4499-a899-43135b1bbb9a" providerId="ADAL" clId="{33ACB91F-1528-43A4-893F-2FE8AE74116D}" dt="2026-10-12T16:39:52.958" v="1066" actId="1076"/>
          <ac:spMkLst>
            <pc:docMk/>
            <pc:sldMk cId="0" sldId="262"/>
            <ac:spMk id="23" creationId="{00000000-0000-0000-0000-000000000000}"/>
          </ac:spMkLst>
        </pc:spChg>
        <pc:spChg chg="mod">
          <ac:chgData name="岡本　悠真" userId="3766dc53-e716-4499-a899-43135b1bbb9a" providerId="ADAL" clId="{33ACB91F-1528-43A4-893F-2FE8AE74116D}" dt="2026-10-12T16:38:03.314" v="1045" actId="255"/>
          <ac:spMkLst>
            <pc:docMk/>
            <pc:sldMk cId="0" sldId="262"/>
            <ac:spMk id="24" creationId="{00000000-0000-0000-0000-000000000000}"/>
          </ac:spMkLst>
        </pc:spChg>
        <pc:spChg chg="mod">
          <ac:chgData name="岡本　悠真" userId="3766dc53-e716-4499-a899-43135b1bbb9a" providerId="ADAL" clId="{33ACB91F-1528-43A4-893F-2FE8AE74116D}" dt="2026-10-12T16:37:43.818" v="1043" actId="20577"/>
          <ac:spMkLst>
            <pc:docMk/>
            <pc:sldMk cId="0" sldId="262"/>
            <ac:spMk id="25" creationId="{00000000-0000-0000-0000-000000000000}"/>
          </ac:spMkLst>
        </pc:spChg>
        <pc:spChg chg="mod">
          <ac:chgData name="岡本　悠真" userId="3766dc53-e716-4499-a899-43135b1bbb9a" providerId="ADAL" clId="{33ACB91F-1528-43A4-893F-2FE8AE74116D}" dt="2026-10-12T17:55:57.976" v="1099" actId="20577"/>
          <ac:spMkLst>
            <pc:docMk/>
            <pc:sldMk cId="0" sldId="262"/>
            <ac:spMk id="26" creationId="{00000000-0000-0000-0000-000000000000}"/>
          </ac:spMkLst>
        </pc:spChg>
        <pc:spChg chg="mod">
          <ac:chgData name="岡本　悠真" userId="3766dc53-e716-4499-a899-43135b1bbb9a" providerId="ADAL" clId="{33ACB91F-1528-43A4-893F-2FE8AE74116D}" dt="2026-10-12T16:37:21.860" v="1036" actId="1076"/>
          <ac:spMkLst>
            <pc:docMk/>
            <pc:sldMk cId="0" sldId="262"/>
            <ac:spMk id="27" creationId="{00000000-0000-0000-0000-000000000000}"/>
          </ac:spMkLst>
        </pc:spChg>
        <pc:spChg chg="mod">
          <ac:chgData name="岡本　悠真" userId="3766dc53-e716-4499-a899-43135b1bbb9a" providerId="ADAL" clId="{33ACB91F-1528-43A4-893F-2FE8AE74116D}" dt="2026-10-12T11:58:55.409" v="281" actId="20577"/>
          <ac:spMkLst>
            <pc:docMk/>
            <pc:sldMk cId="0" sldId="262"/>
            <ac:spMk id="28" creationId="{00000000-0000-0000-0000-000000000000}"/>
          </ac:spMkLst>
        </pc:spChg>
      </pc:sldChg>
      <pc:sldChg chg="modSp mod modNotesTx">
        <pc:chgData name="岡本　悠真" userId="3766dc53-e716-4499-a899-43135b1bbb9a" providerId="ADAL" clId="{33ACB91F-1528-43A4-893F-2FE8AE74116D}" dt="2026-10-12T16:43:22.096" v="1080" actId="255"/>
        <pc:sldMkLst>
          <pc:docMk/>
          <pc:sldMk cId="0" sldId="263"/>
        </pc:sldMkLst>
        <pc:spChg chg="mod">
          <ac:chgData name="岡本　悠真" userId="3766dc53-e716-4499-a899-43135b1bbb9a" providerId="ADAL" clId="{33ACB91F-1528-43A4-893F-2FE8AE74116D}" dt="2026-10-12T16:43:22.096" v="1080" actId="255"/>
          <ac:spMkLst>
            <pc:docMk/>
            <pc:sldMk cId="0" sldId="263"/>
            <ac:spMk id="2" creationId="{00000000-0000-0000-0000-000000000000}"/>
          </ac:spMkLst>
        </pc:spChg>
        <pc:spChg chg="mod">
          <ac:chgData name="岡本　悠真" userId="3766dc53-e716-4499-a899-43135b1bbb9a" providerId="ADAL" clId="{33ACB91F-1528-43A4-893F-2FE8AE74116D}" dt="2026-10-12T11:58:49.885" v="279" actId="20577"/>
          <ac:spMkLst>
            <pc:docMk/>
            <pc:sldMk cId="0" sldId="263"/>
            <ac:spMk id="9" creationId="{00000000-0000-0000-0000-000000000000}"/>
          </ac:spMkLst>
        </pc:spChg>
        <pc:graphicFrameChg chg="modGraphic">
          <ac:chgData name="岡本　悠真" userId="3766dc53-e716-4499-a899-43135b1bbb9a" providerId="ADAL" clId="{33ACB91F-1528-43A4-893F-2FE8AE74116D}" dt="2026-10-12T12:10:44.749" v="487" actId="113"/>
          <ac:graphicFrameMkLst>
            <pc:docMk/>
            <pc:sldMk cId="0" sldId="263"/>
            <ac:graphicFrameMk id="8" creationId="{00000000-0000-0000-0000-000000000000}"/>
          </ac:graphicFrameMkLst>
        </pc:graphicFrameChg>
      </pc:sldChg>
      <pc:sldChg chg="addSp delSp modSp mod modNotesTx">
        <pc:chgData name="岡本　悠真" userId="3766dc53-e716-4499-a899-43135b1bbb9a" providerId="ADAL" clId="{33ACB91F-1528-43A4-893F-2FE8AE74116D}" dt="2026-10-12T16:43:36.414" v="1083" actId="255"/>
        <pc:sldMkLst>
          <pc:docMk/>
          <pc:sldMk cId="0" sldId="264"/>
        </pc:sldMkLst>
        <pc:spChg chg="mod">
          <ac:chgData name="岡本　悠真" userId="3766dc53-e716-4499-a899-43135b1bbb9a" providerId="ADAL" clId="{33ACB91F-1528-43A4-893F-2FE8AE74116D}" dt="2026-10-12T16:43:36.414" v="1083" actId="255"/>
          <ac:spMkLst>
            <pc:docMk/>
            <pc:sldMk cId="0" sldId="264"/>
            <ac:spMk id="2" creationId="{00000000-0000-0000-0000-000000000000}"/>
          </ac:spMkLst>
        </pc:spChg>
        <pc:spChg chg="mod">
          <ac:chgData name="岡本　悠真" userId="3766dc53-e716-4499-a899-43135b1bbb9a" providerId="ADAL" clId="{33ACB91F-1528-43A4-893F-2FE8AE74116D}" dt="2026-10-12T11:33:14.563" v="33" actId="1076"/>
          <ac:spMkLst>
            <pc:docMk/>
            <pc:sldMk cId="0" sldId="264"/>
            <ac:spMk id="4" creationId="{00000000-0000-0000-0000-000000000000}"/>
          </ac:spMkLst>
        </pc:spChg>
        <pc:spChg chg="mod">
          <ac:chgData name="岡本　悠真" userId="3766dc53-e716-4499-a899-43135b1bbb9a" providerId="ADAL" clId="{33ACB91F-1528-43A4-893F-2FE8AE74116D}" dt="2026-10-12T11:32:54.900" v="31" actId="1076"/>
          <ac:spMkLst>
            <pc:docMk/>
            <pc:sldMk cId="0" sldId="264"/>
            <ac:spMk id="5" creationId="{00000000-0000-0000-0000-000000000000}"/>
          </ac:spMkLst>
        </pc:spChg>
        <pc:spChg chg="mod">
          <ac:chgData name="岡本　悠真" userId="3766dc53-e716-4499-a899-43135b1bbb9a" providerId="ADAL" clId="{33ACB91F-1528-43A4-893F-2FE8AE74116D}" dt="2026-10-12T11:34:04.082" v="36" actId="255"/>
          <ac:spMkLst>
            <pc:docMk/>
            <pc:sldMk cId="0" sldId="264"/>
            <ac:spMk id="8" creationId="{00000000-0000-0000-0000-000000000000}"/>
          </ac:spMkLst>
        </pc:spChg>
        <pc:spChg chg="mod">
          <ac:chgData name="岡本　悠真" userId="3766dc53-e716-4499-a899-43135b1bbb9a" providerId="ADAL" clId="{33ACB91F-1528-43A4-893F-2FE8AE74116D}" dt="2026-10-12T11:34:04.082" v="36" actId="255"/>
          <ac:spMkLst>
            <pc:docMk/>
            <pc:sldMk cId="0" sldId="264"/>
            <ac:spMk id="10" creationId="{00000000-0000-0000-0000-000000000000}"/>
          </ac:spMkLst>
        </pc:spChg>
        <pc:spChg chg="mod">
          <ac:chgData name="岡本　悠真" userId="3766dc53-e716-4499-a899-43135b1bbb9a" providerId="ADAL" clId="{33ACB91F-1528-43A4-893F-2FE8AE74116D}" dt="2026-10-12T11:34:04.082" v="36" actId="255"/>
          <ac:spMkLst>
            <pc:docMk/>
            <pc:sldMk cId="0" sldId="264"/>
            <ac:spMk id="11" creationId="{00000000-0000-0000-0000-000000000000}"/>
          </ac:spMkLst>
        </pc:spChg>
        <pc:spChg chg="mod">
          <ac:chgData name="岡本　悠真" userId="3766dc53-e716-4499-a899-43135b1bbb9a" providerId="ADAL" clId="{33ACB91F-1528-43A4-893F-2FE8AE74116D}" dt="2026-10-12T11:34:04.082" v="36" actId="255"/>
          <ac:spMkLst>
            <pc:docMk/>
            <pc:sldMk cId="0" sldId="264"/>
            <ac:spMk id="14" creationId="{00000000-0000-0000-0000-000000000000}"/>
          </ac:spMkLst>
        </pc:spChg>
        <pc:spChg chg="mod">
          <ac:chgData name="岡本　悠真" userId="3766dc53-e716-4499-a899-43135b1bbb9a" providerId="ADAL" clId="{33ACB91F-1528-43A4-893F-2FE8AE74116D}" dt="2026-10-12T11:34:04.082" v="36" actId="255"/>
          <ac:spMkLst>
            <pc:docMk/>
            <pc:sldMk cId="0" sldId="264"/>
            <ac:spMk id="15" creationId="{00000000-0000-0000-0000-000000000000}"/>
          </ac:spMkLst>
        </pc:spChg>
        <pc:spChg chg="mod">
          <ac:chgData name="岡本　悠真" userId="3766dc53-e716-4499-a899-43135b1bbb9a" providerId="ADAL" clId="{33ACB91F-1528-43A4-893F-2FE8AE74116D}" dt="2026-10-12T11:34:04.082" v="36" actId="255"/>
          <ac:spMkLst>
            <pc:docMk/>
            <pc:sldMk cId="0" sldId="264"/>
            <ac:spMk id="16" creationId="{00000000-0000-0000-0000-000000000000}"/>
          </ac:spMkLst>
        </pc:spChg>
        <pc:spChg chg="mod">
          <ac:chgData name="岡本　悠真" userId="3766dc53-e716-4499-a899-43135b1bbb9a" providerId="ADAL" clId="{33ACB91F-1528-43A4-893F-2FE8AE74116D}" dt="2026-10-12T11:34:04.082" v="36" actId="255"/>
          <ac:spMkLst>
            <pc:docMk/>
            <pc:sldMk cId="0" sldId="264"/>
            <ac:spMk id="22" creationId="{00000000-0000-0000-0000-000000000000}"/>
          </ac:spMkLst>
        </pc:spChg>
        <pc:spChg chg="mod">
          <ac:chgData name="岡本　悠真" userId="3766dc53-e716-4499-a899-43135b1bbb9a" providerId="ADAL" clId="{33ACB91F-1528-43A4-893F-2FE8AE74116D}" dt="2026-10-12T11:34:04.082" v="36" actId="255"/>
          <ac:spMkLst>
            <pc:docMk/>
            <pc:sldMk cId="0" sldId="264"/>
            <ac:spMk id="25" creationId="{00000000-0000-0000-0000-000000000000}"/>
          </ac:spMkLst>
        </pc:spChg>
        <pc:spChg chg="mod">
          <ac:chgData name="岡本　悠真" userId="3766dc53-e716-4499-a899-43135b1bbb9a" providerId="ADAL" clId="{33ACB91F-1528-43A4-893F-2FE8AE74116D}" dt="2026-10-12T11:33:14.563" v="33" actId="1076"/>
          <ac:spMkLst>
            <pc:docMk/>
            <pc:sldMk cId="0" sldId="264"/>
            <ac:spMk id="27" creationId="{00000000-0000-0000-0000-000000000000}"/>
          </ac:spMkLst>
        </pc:spChg>
        <pc:spChg chg="mod">
          <ac:chgData name="岡本　悠真" userId="3766dc53-e716-4499-a899-43135b1bbb9a" providerId="ADAL" clId="{33ACB91F-1528-43A4-893F-2FE8AE74116D}" dt="2026-10-12T11:34:04.082" v="36" actId="255"/>
          <ac:spMkLst>
            <pc:docMk/>
            <pc:sldMk cId="0" sldId="264"/>
            <ac:spMk id="29" creationId="{00000000-0000-0000-0000-000000000000}"/>
          </ac:spMkLst>
        </pc:spChg>
        <pc:spChg chg="mod">
          <ac:chgData name="岡本　悠真" userId="3766dc53-e716-4499-a899-43135b1bbb9a" providerId="ADAL" clId="{33ACB91F-1528-43A4-893F-2FE8AE74116D}" dt="2026-10-12T11:33:14.563" v="33" actId="1076"/>
          <ac:spMkLst>
            <pc:docMk/>
            <pc:sldMk cId="0" sldId="264"/>
            <ac:spMk id="36" creationId="{00000000-0000-0000-0000-000000000000}"/>
          </ac:spMkLst>
        </pc:spChg>
        <pc:spChg chg="mod">
          <ac:chgData name="岡本　悠真" userId="3766dc53-e716-4499-a899-43135b1bbb9a" providerId="ADAL" clId="{33ACB91F-1528-43A4-893F-2FE8AE74116D}" dt="2026-10-12T11:34:04.082" v="36" actId="255"/>
          <ac:spMkLst>
            <pc:docMk/>
            <pc:sldMk cId="0" sldId="264"/>
            <ac:spMk id="39" creationId="{00000000-0000-0000-0000-000000000000}"/>
          </ac:spMkLst>
        </pc:spChg>
        <pc:spChg chg="del">
          <ac:chgData name="岡本　悠真" userId="3766dc53-e716-4499-a899-43135b1bbb9a" providerId="ADAL" clId="{33ACB91F-1528-43A4-893F-2FE8AE74116D}" dt="2026-10-12T11:30:59.873" v="12" actId="478"/>
          <ac:spMkLst>
            <pc:docMk/>
            <pc:sldMk cId="0" sldId="264"/>
            <ac:spMk id="46" creationId="{00000000-0000-0000-0000-000000000000}"/>
          </ac:spMkLst>
        </pc:spChg>
        <pc:spChg chg="del">
          <ac:chgData name="岡本　悠真" userId="3766dc53-e716-4499-a899-43135b1bbb9a" providerId="ADAL" clId="{33ACB91F-1528-43A4-893F-2FE8AE74116D}" dt="2026-10-12T11:31:34.733" v="19" actId="478"/>
          <ac:spMkLst>
            <pc:docMk/>
            <pc:sldMk cId="0" sldId="264"/>
            <ac:spMk id="48" creationId="{00000000-0000-0000-0000-000000000000}"/>
          </ac:spMkLst>
        </pc:spChg>
        <pc:spChg chg="mod">
          <ac:chgData name="岡本　悠真" userId="3766dc53-e716-4499-a899-43135b1bbb9a" providerId="ADAL" clId="{33ACB91F-1528-43A4-893F-2FE8AE74116D}" dt="2026-10-12T11:58:41.429" v="271" actId="20577"/>
          <ac:spMkLst>
            <pc:docMk/>
            <pc:sldMk cId="0" sldId="264"/>
            <ac:spMk id="49" creationId="{00000000-0000-0000-0000-000000000000}"/>
          </ac:spMkLst>
        </pc:spChg>
        <pc:spChg chg="add del mod">
          <ac:chgData name="岡本　悠真" userId="3766dc53-e716-4499-a899-43135b1bbb9a" providerId="ADAL" clId="{33ACB91F-1528-43A4-893F-2FE8AE74116D}" dt="2026-10-12T11:58:39.154" v="269"/>
          <ac:spMkLst>
            <pc:docMk/>
            <pc:sldMk cId="0" sldId="264"/>
            <ac:spMk id="50" creationId="{1C038C51-07BF-8200-BA52-F01B8E8D36DC}"/>
          </ac:spMkLst>
        </pc:spChg>
        <pc:picChg chg="del">
          <ac:chgData name="岡本　悠真" userId="3766dc53-e716-4499-a899-43135b1bbb9a" providerId="ADAL" clId="{33ACB91F-1528-43A4-893F-2FE8AE74116D}" dt="2026-10-12T11:30:25.078" v="2" actId="478"/>
          <ac:picMkLst>
            <pc:docMk/>
            <pc:sldMk cId="0" sldId="264"/>
            <ac:picMk id="45" creationId="{00000000-0000-0000-0000-000000000000}"/>
          </ac:picMkLst>
        </pc:picChg>
        <pc:picChg chg="del">
          <ac:chgData name="岡本　悠真" userId="3766dc53-e716-4499-a899-43135b1bbb9a" providerId="ADAL" clId="{33ACB91F-1528-43A4-893F-2FE8AE74116D}" dt="2026-10-12T11:30:38.300" v="7" actId="478"/>
          <ac:picMkLst>
            <pc:docMk/>
            <pc:sldMk cId="0" sldId="264"/>
            <ac:picMk id="47" creationId="{00000000-0000-0000-0000-000000000000}"/>
          </ac:picMkLst>
        </pc:picChg>
      </pc:sldChg>
      <pc:sldChg chg="addSp delSp modSp mod setBg modNotesTx">
        <pc:chgData name="岡本　悠真" userId="3766dc53-e716-4499-a899-43135b1bbb9a" providerId="ADAL" clId="{33ACB91F-1528-43A4-893F-2FE8AE74116D}" dt="2026-10-12T18:37:08.064" v="1174" actId="20577"/>
        <pc:sldMkLst>
          <pc:docMk/>
          <pc:sldMk cId="0" sldId="265"/>
        </pc:sldMkLst>
        <pc:spChg chg="mod">
          <ac:chgData name="岡本　悠真" userId="3766dc53-e716-4499-a899-43135b1bbb9a" providerId="ADAL" clId="{33ACB91F-1528-43A4-893F-2FE8AE74116D}" dt="2026-10-12T16:43:46.194" v="1084" actId="1076"/>
          <ac:spMkLst>
            <pc:docMk/>
            <pc:sldMk cId="0" sldId="265"/>
            <ac:spMk id="2" creationId="{00000000-0000-0000-0000-000000000000}"/>
          </ac:spMkLst>
        </pc:spChg>
        <pc:spChg chg="mod">
          <ac:chgData name="岡本　悠真" userId="3766dc53-e716-4499-a899-43135b1bbb9a" providerId="ADAL" clId="{33ACB91F-1528-43A4-893F-2FE8AE74116D}" dt="2026-10-12T18:37:08.064" v="1174" actId="20577"/>
          <ac:spMkLst>
            <pc:docMk/>
            <pc:sldMk cId="0" sldId="265"/>
            <ac:spMk id="3" creationId="{00000000-0000-0000-0000-000000000000}"/>
          </ac:spMkLst>
        </pc:spChg>
        <pc:spChg chg="mod">
          <ac:chgData name="岡本　悠真" userId="3766dc53-e716-4499-a899-43135b1bbb9a" providerId="ADAL" clId="{33ACB91F-1528-43A4-893F-2FE8AE74116D}" dt="2026-10-12T12:13:00.664" v="506" actId="255"/>
          <ac:spMkLst>
            <pc:docMk/>
            <pc:sldMk cId="0" sldId="265"/>
            <ac:spMk id="4" creationId="{00000000-0000-0000-0000-000000000000}"/>
          </ac:spMkLst>
        </pc:spChg>
        <pc:spChg chg="mod">
          <ac:chgData name="岡本　悠真" userId="3766dc53-e716-4499-a899-43135b1bbb9a" providerId="ADAL" clId="{33ACB91F-1528-43A4-893F-2FE8AE74116D}" dt="2026-10-12T12:13:30.112" v="514" actId="20577"/>
          <ac:spMkLst>
            <pc:docMk/>
            <pc:sldMk cId="0" sldId="265"/>
            <ac:spMk id="5" creationId="{00000000-0000-0000-0000-000000000000}"/>
          </ac:spMkLst>
        </pc:spChg>
        <pc:spChg chg="mod">
          <ac:chgData name="岡本　悠真" userId="3766dc53-e716-4499-a899-43135b1bbb9a" providerId="ADAL" clId="{33ACB91F-1528-43A4-893F-2FE8AE74116D}" dt="2026-10-12T12:11:38.078" v="491" actId="207"/>
          <ac:spMkLst>
            <pc:docMk/>
            <pc:sldMk cId="0" sldId="265"/>
            <ac:spMk id="6" creationId="{00000000-0000-0000-0000-000000000000}"/>
          </ac:spMkLst>
        </pc:spChg>
        <pc:spChg chg="mod">
          <ac:chgData name="岡本　悠真" userId="3766dc53-e716-4499-a899-43135b1bbb9a" providerId="ADAL" clId="{33ACB91F-1528-43A4-893F-2FE8AE74116D}" dt="2026-10-12T12:13:06.849" v="507" actId="255"/>
          <ac:spMkLst>
            <pc:docMk/>
            <pc:sldMk cId="0" sldId="265"/>
            <ac:spMk id="7" creationId="{00000000-0000-0000-0000-000000000000}"/>
          </ac:spMkLst>
        </pc:spChg>
        <pc:spChg chg="mod">
          <ac:chgData name="岡本　悠真" userId="3766dc53-e716-4499-a899-43135b1bbb9a" providerId="ADAL" clId="{33ACB91F-1528-43A4-893F-2FE8AE74116D}" dt="2026-10-12T12:15:08.494" v="537" actId="20577"/>
          <ac:spMkLst>
            <pc:docMk/>
            <pc:sldMk cId="0" sldId="265"/>
            <ac:spMk id="8" creationId="{00000000-0000-0000-0000-000000000000}"/>
          </ac:spMkLst>
        </pc:spChg>
        <pc:spChg chg="add del mod">
          <ac:chgData name="岡本　悠真" userId="3766dc53-e716-4499-a899-43135b1bbb9a" providerId="ADAL" clId="{33ACB91F-1528-43A4-893F-2FE8AE74116D}" dt="2026-10-12T12:12:50.300" v="505"/>
          <ac:spMkLst>
            <pc:docMk/>
            <pc:sldMk cId="0" sldId="265"/>
            <ac:spMk id="10" creationId="{1DBAB3B1-DF7C-235F-C65A-C9576CD025B2}"/>
          </ac:spMkLst>
        </pc:spChg>
      </pc:sldChg>
      <pc:sldChg chg="addSp delSp modSp new mod modNotesTx">
        <pc:chgData name="岡本　悠真" userId="3766dc53-e716-4499-a899-43135b1bbb9a" providerId="ADAL" clId="{33ACB91F-1528-43A4-893F-2FE8AE74116D}" dt="2026-10-12T16:43:29.096" v="1082" actId="1076"/>
        <pc:sldMkLst>
          <pc:docMk/>
          <pc:sldMk cId="4030020994" sldId="266"/>
        </pc:sldMkLst>
        <pc:spChg chg="mod">
          <ac:chgData name="岡本　悠真" userId="3766dc53-e716-4499-a899-43135b1bbb9a" providerId="ADAL" clId="{33ACB91F-1528-43A4-893F-2FE8AE74116D}" dt="2026-10-12T16:40:57.180" v="1070" actId="1076"/>
          <ac:spMkLst>
            <pc:docMk/>
            <pc:sldMk cId="4030020994" sldId="266"/>
            <ac:spMk id="2" creationId="{D86800B1-9DC9-4702-988B-67EA789DBD38}"/>
          </ac:spMkLst>
        </pc:spChg>
        <pc:spChg chg="del">
          <ac:chgData name="岡本　悠真" userId="3766dc53-e716-4499-a899-43135b1bbb9a" providerId="ADAL" clId="{33ACB91F-1528-43A4-893F-2FE8AE74116D}" dt="2026-10-12T16:40:50.823" v="1069" actId="478"/>
          <ac:spMkLst>
            <pc:docMk/>
            <pc:sldMk cId="4030020994" sldId="266"/>
            <ac:spMk id="3" creationId="{17165E9D-93D2-5215-1629-2AA580A6125C}"/>
          </ac:spMkLst>
        </pc:spChg>
        <pc:spChg chg="add mod">
          <ac:chgData name="岡本　悠真" userId="3766dc53-e716-4499-a899-43135b1bbb9a" providerId="ADAL" clId="{33ACB91F-1528-43A4-893F-2FE8AE74116D}" dt="2026-10-12T16:43:29.096" v="1082" actId="1076"/>
          <ac:spMkLst>
            <pc:docMk/>
            <pc:sldMk cId="4030020994" sldId="266"/>
            <ac:spMk id="6" creationId="{F7E56FBF-FA0A-66F5-A27E-9DF5B43EAD91}"/>
          </ac:spMkLst>
        </pc:spChg>
        <pc:spChg chg="add mod">
          <ac:chgData name="岡本　悠真" userId="3766dc53-e716-4499-a899-43135b1bbb9a" providerId="ADAL" clId="{33ACB91F-1528-43A4-893F-2FE8AE74116D}" dt="2026-10-12T12:11:13.910" v="488" actId="113"/>
          <ac:spMkLst>
            <pc:docMk/>
            <pc:sldMk cId="4030020994" sldId="266"/>
            <ac:spMk id="9" creationId="{3D1E65AA-6E4C-72DA-4342-AE307F421790}"/>
          </ac:spMkLst>
        </pc:spChg>
        <pc:spChg chg="add mod">
          <ac:chgData name="岡本　悠真" userId="3766dc53-e716-4499-a899-43135b1bbb9a" providerId="ADAL" clId="{33ACB91F-1528-43A4-893F-2FE8AE74116D}" dt="2026-10-12T12:11:19.133" v="489" actId="113"/>
          <ac:spMkLst>
            <pc:docMk/>
            <pc:sldMk cId="4030020994" sldId="266"/>
            <ac:spMk id="11" creationId="{906573F9-1BE2-CEEF-7585-14AD18C12807}"/>
          </ac:spMkLst>
        </pc:spChg>
        <pc:spChg chg="add mod">
          <ac:chgData name="岡本　悠真" userId="3766dc53-e716-4499-a899-43135b1bbb9a" providerId="ADAL" clId="{33ACB91F-1528-43A4-893F-2FE8AE74116D}" dt="2026-10-12T11:58:33.417" v="266" actId="207"/>
          <ac:spMkLst>
            <pc:docMk/>
            <pc:sldMk cId="4030020994" sldId="266"/>
            <ac:spMk id="13" creationId="{5D949010-640B-06BB-A179-130C84BA3839}"/>
          </ac:spMkLst>
        </pc:spChg>
        <pc:picChg chg="add mod">
          <ac:chgData name="岡本　悠真" userId="3766dc53-e716-4499-a899-43135b1bbb9a" providerId="ADAL" clId="{33ACB91F-1528-43A4-893F-2FE8AE74116D}" dt="2026-10-12T11:30:34.912" v="6" actId="14100"/>
          <ac:picMkLst>
            <pc:docMk/>
            <pc:sldMk cId="4030020994" sldId="266"/>
            <ac:picMk id="5" creationId="{610DACD8-EA5F-2592-81DC-236F633799FD}"/>
          </ac:picMkLst>
        </pc:picChg>
        <pc:picChg chg="add mod">
          <ac:chgData name="岡本　悠真" userId="3766dc53-e716-4499-a899-43135b1bbb9a" providerId="ADAL" clId="{33ACB91F-1528-43A4-893F-2FE8AE74116D}" dt="2026-10-12T11:30:50.937" v="11" actId="1076"/>
          <ac:picMkLst>
            <pc:docMk/>
            <pc:sldMk cId="4030020994" sldId="266"/>
            <ac:picMk id="7" creationId="{F23AA196-5AD4-76DE-BB6F-C414B78701F2}"/>
          </ac:picMkLst>
        </pc:picChg>
      </pc:sldChg>
      <pc:sldChg chg="modSp new mod">
        <pc:chgData name="岡本　悠真" userId="3766dc53-e716-4499-a899-43135b1bbb9a" providerId="ADAL" clId="{33ACB91F-1528-43A4-893F-2FE8AE74116D}" dt="2026-10-12T18:36:13.522" v="1133" actId="20577"/>
        <pc:sldMkLst>
          <pc:docMk/>
          <pc:sldMk cId="797892990" sldId="267"/>
        </pc:sldMkLst>
        <pc:spChg chg="mod">
          <ac:chgData name="岡本　悠真" userId="3766dc53-e716-4499-a899-43135b1bbb9a" providerId="ADAL" clId="{33ACB91F-1528-43A4-893F-2FE8AE74116D}" dt="2026-10-12T18:36:13.522" v="1133" actId="20577"/>
          <ac:spMkLst>
            <pc:docMk/>
            <pc:sldMk cId="797892990" sldId="267"/>
            <ac:spMk id="2" creationId="{3DAA1F24-6252-AAF6-17D6-B2A3DC940637}"/>
          </ac:spMkLst>
        </pc:spChg>
        <pc:spChg chg="mod">
          <ac:chgData name="岡本　悠真" userId="3766dc53-e716-4499-a899-43135b1bbb9a" providerId="ADAL" clId="{33ACB91F-1528-43A4-893F-2FE8AE74116D}" dt="2026-10-12T18:31:56.834" v="1125" actId="20577"/>
          <ac:spMkLst>
            <pc:docMk/>
            <pc:sldMk cId="797892990" sldId="267"/>
            <ac:spMk id="3" creationId="{A76932C3-6991-BAFD-86B1-C634D0017E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21365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ja-JP" altLang="en-US"/>
          </a:p>
        </p:txBody>
      </p:sp>
      <p:sp>
        <p:nvSpPr>
          <p:cNvPr id="3" name="ノート プレースホルダー 2"/>
          <p:cNvSpPr>
            <a:spLocks noGrp="1"/>
          </p:cNvSpPr>
          <p:nvPr>
            <p:ph type="body" idx="1"/>
          </p:nvPr>
        </p:nvSpPr>
        <p:spPr>
          <a:xfrm>
            <a:off x="685800" y="5867400"/>
            <a:ext cx="5486400" cy="4800600"/>
          </a:xfrm>
          <a:prstGeom prst="rect">
            <a:avLst/>
          </a:prstGeom>
        </p:spPr>
        <p:txBody>
          <a:bodyPr/>
          <a:lstStyle/>
          <a:p>
            <a:endParaRPr kumimoji="1" lang="ja-JP" altLang="en-US" dirty="0"/>
          </a:p>
        </p:txBody>
      </p:sp>
    </p:spTree>
    <p:extLst>
      <p:ext uri="{BB962C8B-B14F-4D97-AF65-F5344CB8AC3E}">
        <p14:creationId xmlns:p14="http://schemas.microsoft.com/office/powerpoint/2010/main" val="3706146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48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B222B"/>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17601"/>
            <a:ext cx="10566400" cy="4127599"/>
          </a:xfrm>
          <a:prstGeom prst="rect">
            <a:avLst/>
          </a:prstGeom>
          <a:noFill/>
          <a:ln/>
        </p:spPr>
        <p:txBody>
          <a:bodyPr wrap="square" lIns="0" tIns="0" rIns="0" bIns="0" rtlCol="0" anchor="t"/>
          <a:lstStyle>
            <a:lvl1pPr marL="0" indent="0" algn="l">
              <a:lnSpc>
                <a:spcPct val="140000"/>
              </a:lnSpc>
              <a:buNone/>
              <a:defRPr lang="en-US" sz="1600" dirty="0">
                <a:solidFill>
                  <a:srgbClr val="1B22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48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B222B"/>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17601"/>
            <a:ext cx="10566400" cy="4127599"/>
          </a:xfrm>
          <a:prstGeom prst="rect">
            <a:avLst/>
          </a:prstGeom>
          <a:noFill/>
          <a:ln/>
        </p:spPr>
        <p:txBody>
          <a:bodyPr wrap="square" lIns="0" tIns="0" rIns="0" bIns="0" rtlCol="0" anchor="t"/>
          <a:lstStyle>
            <a:lvl1pPr marL="0" indent="0" algn="l">
              <a:lnSpc>
                <a:spcPct val="140000"/>
              </a:lnSpc>
              <a:buNone/>
              <a:defRPr lang="en-US" sz="1600" dirty="0">
                <a:solidFill>
                  <a:srgbClr val="1B22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812800" y="1085969"/>
            <a:ext cx="10883392" cy="274241"/>
          </a:xfrm>
          <a:prstGeom prst="rect">
            <a:avLst/>
          </a:prstGeom>
          <a:noFill/>
          <a:ln/>
        </p:spPr>
        <p:txBody>
          <a:bodyPr wrap="square" lIns="0" tIns="0" rIns="0" bIns="0" rtlCol="0" anchor="t">
            <a:normAutofit/>
          </a:bodyPr>
          <a:lstStyle/>
          <a:p>
            <a:pPr marL="0" indent="0" algn="l">
              <a:lnSpc>
                <a:spcPts val="1960"/>
              </a:lnSpc>
              <a:buNone/>
            </a:pPr>
            <a:r>
              <a:rPr lang="en-US" sz="2800" b="1" kern="0" spc="150" dirty="0">
                <a:solidFill>
                  <a:srgbClr val="E0A443"/>
                </a:solidFill>
                <a:latin typeface="Arial" pitchFamily="34" charset="0"/>
                <a:ea typeface="Arial" pitchFamily="34" charset="-122"/>
                <a:cs typeface="Arial" pitchFamily="34" charset="-120"/>
              </a:rPr>
              <a:t>UNITY × ローカル画像生成AI</a:t>
            </a:r>
            <a:endParaRPr lang="en-US" sz="2800" dirty="0"/>
          </a:p>
        </p:txBody>
      </p:sp>
      <p:sp>
        <p:nvSpPr>
          <p:cNvPr id="3" name="Text 1"/>
          <p:cNvSpPr>
            <a:spLocks noGrp="1"/>
          </p:cNvSpPr>
          <p:nvPr>
            <p:ph type="title"/>
          </p:nvPr>
        </p:nvSpPr>
        <p:spPr>
          <a:xfrm>
            <a:off x="812800" y="1758135"/>
            <a:ext cx="10883392" cy="1488281"/>
          </a:xfrm>
          <a:prstGeom prst="rect">
            <a:avLst/>
          </a:prstGeom>
          <a:noFill/>
          <a:ln/>
        </p:spPr>
        <p:txBody>
          <a:bodyPr wrap="square" lIns="0" tIns="0" rIns="0" bIns="0" rtlCol="0" anchor="t">
            <a:normAutofit/>
          </a:bodyPr>
          <a:lstStyle/>
          <a:p>
            <a:pPr marL="0" indent="0" algn="l">
              <a:lnSpc>
                <a:spcPts val="5760"/>
              </a:lnSpc>
              <a:buNone/>
            </a:pPr>
            <a:r>
              <a:rPr lang="en-US" sz="5400" b="1" i="0" dirty="0">
                <a:solidFill>
                  <a:schemeClr val="tx1"/>
                </a:solidFill>
                <a:latin typeface="Arial" pitchFamily="34" charset="0"/>
                <a:ea typeface="Arial" pitchFamily="34" charset="-122"/>
                <a:cs typeface="Arial" pitchFamily="34" charset="-120"/>
              </a:rPr>
              <a:t>3Dの映像を、AIで</a:t>
            </a:r>
            <a:br>
              <a:rPr lang="en-US" sz="5400" b="1" i="0" dirty="0">
                <a:solidFill>
                  <a:schemeClr val="tx1"/>
                </a:solidFill>
                <a:latin typeface="Arial" pitchFamily="34" charset="0"/>
                <a:ea typeface="Arial" pitchFamily="34" charset="-122"/>
                <a:cs typeface="Arial" pitchFamily="34" charset="-120"/>
              </a:rPr>
            </a:br>
            <a:r>
              <a:rPr lang="en-US" sz="5400" b="1" i="0" dirty="0" err="1">
                <a:solidFill>
                  <a:schemeClr val="tx1"/>
                </a:solidFill>
                <a:latin typeface="Arial" pitchFamily="34" charset="0"/>
                <a:ea typeface="Arial" pitchFamily="34" charset="-122"/>
                <a:cs typeface="Arial" pitchFamily="34" charset="-120"/>
              </a:rPr>
              <a:t>リアルタイムに写実的な映像へ</a:t>
            </a:r>
            <a:endParaRPr lang="en-US" sz="5400" dirty="0">
              <a:solidFill>
                <a:schemeClr val="tx1"/>
              </a:solidFill>
            </a:endParaRPr>
          </a:p>
        </p:txBody>
      </p:sp>
      <p:sp>
        <p:nvSpPr>
          <p:cNvPr id="4" name="Text 2"/>
          <p:cNvSpPr/>
          <p:nvPr/>
        </p:nvSpPr>
        <p:spPr>
          <a:xfrm>
            <a:off x="812800" y="3603214"/>
            <a:ext cx="10883392" cy="368300"/>
          </a:xfrm>
          <a:prstGeom prst="rect">
            <a:avLst/>
          </a:prstGeom>
          <a:noFill/>
          <a:ln/>
        </p:spPr>
        <p:txBody>
          <a:bodyPr wrap="square" lIns="0" tIns="0" rIns="0" bIns="0" rtlCol="0" anchor="t">
            <a:normAutofit/>
          </a:bodyPr>
          <a:lstStyle/>
          <a:p>
            <a:pPr marL="0" indent="0" algn="l">
              <a:lnSpc>
                <a:spcPts val="2700"/>
              </a:lnSpc>
              <a:buNone/>
            </a:pPr>
            <a:r>
              <a:rPr lang="en-US" sz="2000" dirty="0" err="1">
                <a:latin typeface="Arial" pitchFamily="34" charset="0"/>
                <a:ea typeface="Arial" pitchFamily="34" charset="-122"/>
                <a:cs typeface="Arial" pitchFamily="34" charset="-120"/>
              </a:rPr>
              <a:t>Unityで作った村の映像を</a:t>
            </a:r>
            <a:r>
              <a:rPr lang="en-US" sz="2000" dirty="0">
                <a:latin typeface="Arial" pitchFamily="34" charset="0"/>
                <a:ea typeface="Arial" pitchFamily="34" charset="-122"/>
                <a:cs typeface="Arial" pitchFamily="34" charset="-120"/>
              </a:rPr>
              <a:t>、</a:t>
            </a:r>
            <a:r>
              <a:rPr lang="ja-JP" altLang="en-US" sz="2000" dirty="0">
                <a:latin typeface="Arial" pitchFamily="34" charset="0"/>
                <a:ea typeface="Arial" pitchFamily="34" charset="-122"/>
                <a:cs typeface="Arial" pitchFamily="34" charset="-120"/>
              </a:rPr>
              <a:t>ローカル</a:t>
            </a:r>
            <a:r>
              <a:rPr lang="en-US" sz="2000" dirty="0" err="1">
                <a:latin typeface="Arial" pitchFamily="34" charset="0"/>
                <a:ea typeface="Arial" pitchFamily="34" charset="-122"/>
                <a:cs typeface="Arial" pitchFamily="34" charset="-120"/>
              </a:rPr>
              <a:t>PCの画像生成AIで描き直して表示するシステム</a:t>
            </a:r>
            <a:endParaRPr lang="en-US" sz="2000" dirty="0"/>
          </a:p>
        </p:txBody>
      </p:sp>
      <p:sp>
        <p:nvSpPr>
          <p:cNvPr id="5" name="Text 3"/>
          <p:cNvSpPr/>
          <p:nvPr/>
        </p:nvSpPr>
        <p:spPr>
          <a:xfrm>
            <a:off x="812800" y="5489420"/>
            <a:ext cx="10883392" cy="274241"/>
          </a:xfrm>
          <a:prstGeom prst="rect">
            <a:avLst/>
          </a:prstGeom>
          <a:noFill/>
          <a:ln/>
        </p:spPr>
        <p:txBody>
          <a:bodyPr wrap="square" lIns="0" tIns="0" rIns="0" bIns="0" rtlCol="0" anchor="t">
            <a:normAutofit/>
          </a:bodyPr>
          <a:lstStyle/>
          <a:p>
            <a:pPr marL="0" indent="0" algn="l">
              <a:lnSpc>
                <a:spcPts val="1960"/>
              </a:lnSpc>
              <a:buNone/>
            </a:pPr>
            <a:r>
              <a:rPr lang="ja-JP" altLang="en-US" dirty="0">
                <a:latin typeface="Arial" pitchFamily="34" charset="0"/>
                <a:ea typeface="Arial" pitchFamily="34" charset="-122"/>
                <a:cs typeface="Arial" pitchFamily="34" charset="-120"/>
              </a:rPr>
              <a:t>岡本悠真</a:t>
            </a:r>
            <a:r>
              <a:rPr lang="en-US" dirty="0">
                <a:latin typeface="Arial" pitchFamily="34" charset="0"/>
                <a:ea typeface="Arial" pitchFamily="34" charset="-122"/>
                <a:cs typeface="Arial" pitchFamily="34" charset="-120"/>
              </a:rPr>
              <a:t>　/</a:t>
            </a:r>
            <a:r>
              <a:rPr lang="ja-JP" altLang="en-US" dirty="0">
                <a:latin typeface="Arial" pitchFamily="34" charset="0"/>
                <a:ea typeface="Arial" pitchFamily="34" charset="-122"/>
                <a:cs typeface="Arial" pitchFamily="34" charset="-120"/>
              </a:rPr>
              <a:t>　</a:t>
            </a:r>
            <a:r>
              <a:rPr lang="en-US" altLang="ja-JP" dirty="0">
                <a:latin typeface="Arial" pitchFamily="34" charset="0"/>
                <a:ea typeface="Arial" pitchFamily="34" charset="-122"/>
                <a:cs typeface="Arial" pitchFamily="34" charset="-120"/>
              </a:rPr>
              <a:t>2026</a:t>
            </a:r>
            <a:r>
              <a:rPr lang="ja-JP" altLang="en-US" dirty="0">
                <a:latin typeface="Arial" pitchFamily="34" charset="0"/>
                <a:ea typeface="Arial" pitchFamily="34" charset="-122"/>
                <a:cs typeface="Arial" pitchFamily="34" charset="-120"/>
              </a:rPr>
              <a:t>年</a:t>
            </a:r>
            <a:r>
              <a:rPr lang="en-US" altLang="ja-JP" dirty="0">
                <a:latin typeface="Arial" pitchFamily="34" charset="0"/>
                <a:ea typeface="Arial" pitchFamily="34" charset="-122"/>
                <a:cs typeface="Arial" pitchFamily="34" charset="-120"/>
              </a:rPr>
              <a:t>10</a:t>
            </a:r>
            <a:r>
              <a:rPr lang="ja-JP" altLang="en-US" dirty="0">
                <a:latin typeface="Arial" pitchFamily="34" charset="0"/>
                <a:ea typeface="Arial" pitchFamily="34" charset="-122"/>
                <a:cs typeface="Arial" pitchFamily="34" charset="-120"/>
              </a:rPr>
              <a:t>月</a:t>
            </a:r>
            <a:r>
              <a:rPr lang="en-US" altLang="ja-JP" dirty="0">
                <a:latin typeface="Arial" pitchFamily="34" charset="0"/>
                <a:ea typeface="Arial" pitchFamily="34" charset="-122"/>
                <a:cs typeface="Arial" pitchFamily="34" charset="-120"/>
              </a:rPr>
              <a:t>13</a:t>
            </a:r>
            <a:r>
              <a:rPr lang="ja-JP" altLang="en-US" dirty="0">
                <a:latin typeface="Arial" pitchFamily="34" charset="0"/>
                <a:ea typeface="Arial" pitchFamily="34" charset="-122"/>
                <a:cs typeface="Arial" pitchFamily="34" charset="-120"/>
              </a:rPr>
              <a:t>日</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動機</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世界の形は3Dモデルで、見た目はAIで</a:t>
            </a:r>
            <a:endParaRPr lang="en-US" sz="3200" dirty="0"/>
          </a:p>
        </p:txBody>
      </p:sp>
      <p:sp>
        <p:nvSpPr>
          <p:cNvPr id="4" name="Shape 2"/>
          <p:cNvSpPr/>
          <p:nvPr/>
        </p:nvSpPr>
        <p:spPr>
          <a:xfrm>
            <a:off x="812800" y="1917601"/>
            <a:ext cx="4806156" cy="3924399"/>
          </a:xfrm>
          <a:prstGeom prst="roundRect">
            <a:avLst>
              <a:gd name="adj" fmla="val 2589"/>
            </a:avLst>
          </a:prstGeom>
          <a:solidFill>
            <a:srgbClr val="E9ECF0"/>
          </a:solidFill>
          <a:ln/>
        </p:spPr>
        <p:txBody>
          <a:bodyPr/>
          <a:lstStyle/>
          <a:p>
            <a:endParaRPr lang="ja-JP" altLang="en-US"/>
          </a:p>
        </p:txBody>
      </p:sp>
      <p:sp>
        <p:nvSpPr>
          <p:cNvPr id="5" name="Text 3"/>
          <p:cNvSpPr/>
          <p:nvPr/>
        </p:nvSpPr>
        <p:spPr>
          <a:xfrm>
            <a:off x="1117600" y="2222401"/>
            <a:ext cx="4322453" cy="299641"/>
          </a:xfrm>
          <a:prstGeom prst="rect">
            <a:avLst/>
          </a:prstGeom>
          <a:noFill/>
          <a:ln/>
        </p:spPr>
        <p:txBody>
          <a:bodyPr wrap="square" lIns="0" tIns="0" rIns="0" bIns="0" rtlCol="0" anchor="t">
            <a:normAutofit/>
          </a:bodyPr>
          <a:lstStyle/>
          <a:p>
            <a:pPr marL="0" indent="0" algn="l">
              <a:lnSpc>
                <a:spcPts val="2160"/>
              </a:lnSpc>
              <a:buNone/>
            </a:pPr>
            <a:r>
              <a:rPr lang="en-US" sz="2400" b="1" dirty="0">
                <a:solidFill>
                  <a:srgbClr val="1B222B"/>
                </a:solidFill>
                <a:latin typeface="Arial" pitchFamily="34" charset="0"/>
                <a:ea typeface="Arial" pitchFamily="34" charset="-122"/>
                <a:cs typeface="Arial" pitchFamily="34" charset="-120"/>
              </a:rPr>
              <a:t>きっかけ: Genie 3</a:t>
            </a:r>
            <a:endParaRPr lang="en-US" sz="2400" dirty="0"/>
          </a:p>
        </p:txBody>
      </p:sp>
      <p:sp>
        <p:nvSpPr>
          <p:cNvPr id="6" name="Text 4"/>
          <p:cNvSpPr/>
          <p:nvPr/>
        </p:nvSpPr>
        <p:spPr>
          <a:xfrm>
            <a:off x="1117600" y="2649041"/>
            <a:ext cx="4322453" cy="1588990"/>
          </a:xfrm>
          <a:prstGeom prst="rect">
            <a:avLst/>
          </a:prstGeom>
          <a:noFill/>
          <a:ln/>
        </p:spPr>
        <p:txBody>
          <a:bodyPr wrap="square" lIns="0" tIns="0" rIns="0" bIns="0" rtlCol="0" anchor="t">
            <a:noAutofit/>
          </a:bodyPr>
          <a:lstStyle/>
          <a:p>
            <a:pPr marL="0" indent="0" algn="l">
              <a:lnSpc>
                <a:spcPts val="2400"/>
              </a:lnSpc>
              <a:buNone/>
            </a:pPr>
            <a:r>
              <a:rPr lang="en-US" sz="2000" dirty="0">
                <a:solidFill>
                  <a:srgbClr val="4A5563"/>
                </a:solidFill>
                <a:latin typeface="Arial" pitchFamily="34" charset="0"/>
                <a:ea typeface="Arial" pitchFamily="34" charset="-122"/>
                <a:cs typeface="Arial" pitchFamily="34" charset="-120"/>
              </a:rPr>
              <a:t>Google DeepMind</a:t>
            </a:r>
            <a:r>
              <a:rPr lang="ja-JP" altLang="en-US" sz="2000" dirty="0">
                <a:solidFill>
                  <a:srgbClr val="4A5563"/>
                </a:solidFill>
                <a:latin typeface="Arial" pitchFamily="34" charset="0"/>
                <a:ea typeface="Arial" pitchFamily="34" charset="-122"/>
                <a:cs typeface="Arial" pitchFamily="34" charset="-120"/>
              </a:rPr>
              <a:t>が発表した、</a:t>
            </a:r>
            <a:r>
              <a:rPr lang="en-US" sz="2000" dirty="0" err="1">
                <a:solidFill>
                  <a:srgbClr val="4A5563"/>
                </a:solidFill>
                <a:latin typeface="Arial" pitchFamily="34" charset="0"/>
                <a:ea typeface="Arial" pitchFamily="34" charset="-122"/>
                <a:cs typeface="Arial" pitchFamily="34" charset="-120"/>
              </a:rPr>
              <a:t>AIが映像そのものを生成して操作できる世界を作る技術</a:t>
            </a:r>
            <a:r>
              <a:rPr lang="en-US" sz="2000" dirty="0">
                <a:solidFill>
                  <a:srgbClr val="4A5563"/>
                </a:solidFill>
                <a:latin typeface="Arial" pitchFamily="34" charset="0"/>
                <a:ea typeface="Arial" pitchFamily="34" charset="-122"/>
                <a:cs typeface="Arial" pitchFamily="34" charset="-120"/>
              </a:rPr>
              <a:t>。</a:t>
            </a:r>
            <a:r>
              <a:rPr lang="ja-JP" altLang="en-US" sz="2000" dirty="0">
                <a:solidFill>
                  <a:srgbClr val="4A5563"/>
                </a:solidFill>
                <a:latin typeface="Arial" pitchFamily="34" charset="0"/>
                <a:ea typeface="Arial" pitchFamily="34" charset="-122"/>
                <a:cs typeface="Arial" pitchFamily="34" charset="-120"/>
              </a:rPr>
              <a:t>しかし</a:t>
            </a:r>
            <a:r>
              <a:rPr lang="en-US" sz="2000" dirty="0">
                <a:solidFill>
                  <a:srgbClr val="4A5563"/>
                </a:solidFill>
                <a:latin typeface="Arial" pitchFamily="34" charset="0"/>
                <a:ea typeface="Arial" pitchFamily="34" charset="-122"/>
                <a:cs typeface="Arial" pitchFamily="34" charset="-120"/>
              </a:rPr>
              <a:t>、</a:t>
            </a:r>
            <a:r>
              <a:rPr lang="en-US" sz="2000" dirty="0" err="1">
                <a:solidFill>
                  <a:srgbClr val="4A5563"/>
                </a:solidFill>
                <a:latin typeface="Arial" pitchFamily="34" charset="0"/>
                <a:ea typeface="Arial" pitchFamily="34" charset="-122"/>
                <a:cs typeface="Arial" pitchFamily="34" charset="-120"/>
              </a:rPr>
              <a:t>AIが世界をゼロから生成し続けると、建物の形や配置が崩れる</a:t>
            </a:r>
            <a:r>
              <a:rPr lang="en-US" sz="2000" dirty="0">
                <a:solidFill>
                  <a:srgbClr val="4A5563"/>
                </a:solidFill>
                <a:latin typeface="Arial" pitchFamily="34" charset="0"/>
                <a:ea typeface="Arial" pitchFamily="34" charset="-122"/>
                <a:cs typeface="Arial" pitchFamily="34" charset="-120"/>
              </a:rPr>
              <a:t>(世界が破綻する)</a:t>
            </a:r>
            <a:r>
              <a:rPr lang="en-US" sz="2000" dirty="0" err="1">
                <a:solidFill>
                  <a:srgbClr val="4A5563"/>
                </a:solidFill>
                <a:latin typeface="Arial" pitchFamily="34" charset="0"/>
                <a:ea typeface="Arial" pitchFamily="34" charset="-122"/>
                <a:cs typeface="Arial" pitchFamily="34" charset="-120"/>
              </a:rPr>
              <a:t>ことがある</a:t>
            </a:r>
            <a:r>
              <a:rPr lang="ja-JP" altLang="en-US" sz="2000" dirty="0">
                <a:solidFill>
                  <a:srgbClr val="4A5563"/>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923756" y="2073249"/>
            <a:ext cx="5619107" cy="680640"/>
          </a:xfrm>
          <a:prstGeom prst="rect">
            <a:avLst/>
          </a:prstGeom>
          <a:noFill/>
          <a:ln/>
        </p:spPr>
        <p:txBody>
          <a:bodyPr wrap="square" lIns="0" tIns="0" rIns="0" bIns="0" rtlCol="0" anchor="t">
            <a:noAutofit/>
          </a:bodyPr>
          <a:lstStyle/>
          <a:p>
            <a:pPr marL="0" indent="0" algn="l">
              <a:lnSpc>
                <a:spcPts val="2160"/>
              </a:lnSpc>
              <a:buNone/>
            </a:pPr>
            <a:r>
              <a:rPr lang="en-US" sz="2000" b="1" dirty="0">
                <a:solidFill>
                  <a:srgbClr val="1B222B"/>
                </a:solidFill>
                <a:latin typeface="Arial" pitchFamily="34" charset="0"/>
                <a:ea typeface="Arial" pitchFamily="34" charset="-122"/>
                <a:cs typeface="Arial" pitchFamily="34" charset="-120"/>
              </a:rPr>
              <a:t>世界の形を3Dモデルで作り、AIは見た目だけ加工する</a:t>
            </a:r>
            <a:endParaRPr lang="en-US" sz="2000" dirty="0"/>
          </a:p>
        </p:txBody>
      </p:sp>
      <p:sp>
        <p:nvSpPr>
          <p:cNvPr id="8" name="Text 6"/>
          <p:cNvSpPr/>
          <p:nvPr/>
        </p:nvSpPr>
        <p:spPr>
          <a:xfrm>
            <a:off x="5923756" y="3093095"/>
            <a:ext cx="5442744" cy="552450"/>
          </a:xfrm>
          <a:prstGeom prst="roundRect">
            <a:avLst>
              <a:gd name="adj" fmla="val 12644"/>
            </a:avLst>
          </a:prstGeom>
          <a:solidFill>
            <a:srgbClr val="FCFCFD"/>
          </a:solidFill>
          <a:ln w="12700">
            <a:solidFill>
              <a:srgbClr val="D5DBE2"/>
            </a:solidFill>
            <a:prstDash val="solid"/>
          </a:ln>
        </p:spPr>
        <p:txBody>
          <a:bodyPr wrap="square" lIns="163692" tIns="112892" rIns="11458" bIns="87492" rtlCol="0" anchor="t">
            <a:normAutofit/>
          </a:bodyPr>
          <a:lstStyle/>
          <a:p>
            <a:pPr marL="0" indent="0" algn="l">
              <a:lnSpc>
                <a:spcPts val="2250"/>
              </a:lnSpc>
              <a:buNone/>
            </a:pPr>
            <a:r>
              <a:rPr lang="en-US" b="1" dirty="0">
                <a:solidFill>
                  <a:srgbClr val="1B222B"/>
                </a:solidFill>
                <a:latin typeface="Arial" pitchFamily="34" charset="0"/>
                <a:ea typeface="Arial" pitchFamily="34" charset="-122"/>
                <a:cs typeface="Arial" pitchFamily="34" charset="-120"/>
              </a:rPr>
              <a:t>世界が破綻しない</a:t>
            </a:r>
            <a:r>
              <a:rPr lang="en-US" dirty="0">
                <a:solidFill>
                  <a:srgbClr val="1B222B"/>
                </a:solidFill>
                <a:latin typeface="Arial" pitchFamily="34" charset="0"/>
                <a:ea typeface="Arial" pitchFamily="34" charset="-122"/>
                <a:cs typeface="Arial" pitchFamily="34" charset="-120"/>
              </a:rPr>
              <a:t>: 配置や形は3Dモデルが決める</a:t>
            </a:r>
            <a:endParaRPr lang="en-US" dirty="0"/>
          </a:p>
        </p:txBody>
      </p:sp>
      <p:sp>
        <p:nvSpPr>
          <p:cNvPr id="9" name="Text 7"/>
          <p:cNvSpPr/>
          <p:nvPr/>
        </p:nvSpPr>
        <p:spPr>
          <a:xfrm>
            <a:off x="5923756" y="3701157"/>
            <a:ext cx="5442744" cy="838200"/>
          </a:xfrm>
          <a:prstGeom prst="roundRect">
            <a:avLst>
              <a:gd name="adj" fmla="val 8333"/>
            </a:avLst>
          </a:prstGeom>
          <a:solidFill>
            <a:srgbClr val="FCFCFD"/>
          </a:solidFill>
          <a:ln w="12700">
            <a:solidFill>
              <a:srgbClr val="D5DBE2"/>
            </a:solidFill>
            <a:prstDash val="solid"/>
          </a:ln>
        </p:spPr>
        <p:txBody>
          <a:bodyPr wrap="square" lIns="163692" tIns="112892" rIns="11458" bIns="87492" rtlCol="0" anchor="t">
            <a:normAutofit/>
          </a:bodyPr>
          <a:lstStyle/>
          <a:p>
            <a:pPr marL="0" indent="0" algn="l">
              <a:lnSpc>
                <a:spcPts val="2250"/>
              </a:lnSpc>
              <a:buNone/>
            </a:pPr>
            <a:r>
              <a:rPr lang="en-US" b="1" dirty="0" err="1">
                <a:solidFill>
                  <a:srgbClr val="1B222B"/>
                </a:solidFill>
                <a:latin typeface="Arial" pitchFamily="34" charset="0"/>
                <a:ea typeface="Arial" pitchFamily="34" charset="-122"/>
                <a:cs typeface="Arial" pitchFamily="34" charset="-120"/>
              </a:rPr>
              <a:t>高品質で</a:t>
            </a:r>
            <a:r>
              <a:rPr lang="ja-JP" altLang="en-US" b="1" dirty="0">
                <a:solidFill>
                  <a:srgbClr val="1B222B"/>
                </a:solidFill>
                <a:latin typeface="Arial" pitchFamily="34" charset="0"/>
                <a:ea typeface="Arial" pitchFamily="34" charset="-122"/>
                <a:cs typeface="Arial" pitchFamily="34" charset="-120"/>
              </a:rPr>
              <a:t>も</a:t>
            </a:r>
            <a:r>
              <a:rPr lang="en-US" b="1" dirty="0" err="1">
                <a:solidFill>
                  <a:srgbClr val="1B222B"/>
                </a:solidFill>
                <a:latin typeface="Arial" pitchFamily="34" charset="0"/>
                <a:ea typeface="Arial" pitchFamily="34" charset="-122"/>
                <a:cs typeface="Arial" pitchFamily="34" charset="-120"/>
              </a:rPr>
              <a:t>容量が小さい</a:t>
            </a:r>
            <a:r>
              <a:rPr lang="en-US" dirty="0">
                <a:solidFill>
                  <a:srgbClr val="1B222B"/>
                </a:solidFill>
                <a:latin typeface="Arial" pitchFamily="34" charset="0"/>
                <a:ea typeface="Arial" pitchFamily="34" charset="-122"/>
                <a:cs typeface="Arial" pitchFamily="34" charset="-120"/>
              </a:rPr>
              <a:t>: 作り込みの少ない3Dモデルでも、質感はAIが描き足す</a:t>
            </a:r>
            <a:endParaRPr lang="en-US" dirty="0"/>
          </a:p>
        </p:txBody>
      </p:sp>
      <p:sp>
        <p:nvSpPr>
          <p:cNvPr id="10" name="Text 8"/>
          <p:cNvSpPr/>
          <p:nvPr/>
        </p:nvSpPr>
        <p:spPr>
          <a:xfrm>
            <a:off x="5923756" y="4582914"/>
            <a:ext cx="5442744" cy="552450"/>
          </a:xfrm>
          <a:prstGeom prst="roundRect">
            <a:avLst>
              <a:gd name="adj" fmla="val 12644"/>
            </a:avLst>
          </a:prstGeom>
          <a:solidFill>
            <a:srgbClr val="FCFCFD"/>
          </a:solidFill>
          <a:ln w="12700">
            <a:solidFill>
              <a:srgbClr val="D5DBE2"/>
            </a:solidFill>
            <a:prstDash val="solid"/>
          </a:ln>
        </p:spPr>
        <p:txBody>
          <a:bodyPr wrap="square" lIns="163692" tIns="112892" rIns="11458" bIns="87492" rtlCol="0" anchor="t">
            <a:normAutofit/>
          </a:bodyPr>
          <a:lstStyle/>
          <a:p>
            <a:pPr marL="0" indent="0" algn="l">
              <a:lnSpc>
                <a:spcPts val="2250"/>
              </a:lnSpc>
              <a:buNone/>
            </a:pPr>
            <a:r>
              <a:rPr lang="en-US" b="1" dirty="0">
                <a:solidFill>
                  <a:srgbClr val="1B222B"/>
                </a:solidFill>
                <a:latin typeface="Arial" pitchFamily="34" charset="0"/>
                <a:ea typeface="Arial" pitchFamily="34" charset="-122"/>
                <a:cs typeface="Arial" pitchFamily="34" charset="-120"/>
              </a:rPr>
              <a:t>低コスト</a:t>
            </a:r>
            <a:r>
              <a:rPr lang="en-US" dirty="0">
                <a:solidFill>
                  <a:srgbClr val="1B222B"/>
                </a:solidFill>
                <a:latin typeface="Arial" pitchFamily="34" charset="0"/>
                <a:ea typeface="Arial" pitchFamily="34" charset="-122"/>
                <a:cs typeface="Arial" pitchFamily="34" charset="-120"/>
              </a:rPr>
              <a:t>: </a:t>
            </a:r>
            <a:r>
              <a:rPr lang="ja-JP" altLang="en-US" dirty="0">
                <a:solidFill>
                  <a:srgbClr val="1B222B"/>
                </a:solidFill>
                <a:latin typeface="Arial" pitchFamily="34" charset="0"/>
                <a:ea typeface="Arial" pitchFamily="34" charset="-122"/>
                <a:cs typeface="Arial" pitchFamily="34" charset="-120"/>
              </a:rPr>
              <a:t>制作コストの削減に繋がる</a:t>
            </a:r>
            <a:endParaRPr lang="en-US"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2 / 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35" name="Shape 22">
            <a:extLst>
              <a:ext uri="{FF2B5EF4-FFF2-40B4-BE49-F238E27FC236}">
                <a16:creationId xmlns:a16="http://schemas.microsoft.com/office/drawing/2014/main" id="{9100F7DA-2F12-F016-EFA7-923905E57332}"/>
              </a:ext>
            </a:extLst>
          </p:cNvPr>
          <p:cNvSpPr/>
          <p:nvPr/>
        </p:nvSpPr>
        <p:spPr>
          <a:xfrm>
            <a:off x="6199251" y="4504830"/>
            <a:ext cx="5207000" cy="1130200"/>
          </a:xfrm>
          <a:prstGeom prst="roundRect">
            <a:avLst>
              <a:gd name="adj" fmla="val 11316"/>
            </a:avLst>
          </a:prstGeom>
          <a:solidFill>
            <a:srgbClr val="E9ECF0"/>
          </a:solidFill>
          <a:ln/>
        </p:spPr>
        <p:txBody>
          <a:bodyPr/>
          <a:lstStyle/>
          <a:p>
            <a:endParaRPr lang="ja-JP" altLang="en-US"/>
          </a:p>
        </p:txBody>
      </p:sp>
      <p:sp>
        <p:nvSpPr>
          <p:cNvPr id="27" name="Shape 22"/>
          <p:cNvSpPr/>
          <p:nvPr/>
        </p:nvSpPr>
        <p:spPr>
          <a:xfrm>
            <a:off x="753618" y="4504830"/>
            <a:ext cx="5207000" cy="1130200"/>
          </a:xfrm>
          <a:prstGeom prst="roundRect">
            <a:avLst>
              <a:gd name="adj" fmla="val 11316"/>
            </a:avLst>
          </a:prstGeom>
          <a:solidFill>
            <a:srgbClr val="E9ECF0"/>
          </a:solidFill>
          <a:ln/>
        </p:spPr>
        <p:txBody>
          <a:bodyPr/>
          <a:lstStyle/>
          <a:p>
            <a:endParaRPr lang="ja-JP" altLang="en-US"/>
          </a:p>
        </p:txBody>
      </p:sp>
      <p:sp>
        <p:nvSpPr>
          <p:cNvPr id="39" name="Shape 22">
            <a:extLst>
              <a:ext uri="{FF2B5EF4-FFF2-40B4-BE49-F238E27FC236}">
                <a16:creationId xmlns:a16="http://schemas.microsoft.com/office/drawing/2014/main" id="{4E045A99-DC1C-1116-D54A-EEF7D047E38C}"/>
              </a:ext>
            </a:extLst>
          </p:cNvPr>
          <p:cNvSpPr/>
          <p:nvPr/>
        </p:nvSpPr>
        <p:spPr>
          <a:xfrm>
            <a:off x="753618" y="3096954"/>
            <a:ext cx="5207000" cy="1130200"/>
          </a:xfrm>
          <a:prstGeom prst="roundRect">
            <a:avLst>
              <a:gd name="adj" fmla="val 11316"/>
            </a:avLst>
          </a:prstGeom>
          <a:solidFill>
            <a:srgbClr val="E9ECF0"/>
          </a:solidFill>
          <a:ln/>
        </p:spPr>
        <p:txBody>
          <a:bodyPr/>
          <a:lstStyle/>
          <a:p>
            <a:endParaRPr lang="ja-JP" altLang="en-US"/>
          </a:p>
        </p:txBody>
      </p:sp>
      <p:sp>
        <p:nvSpPr>
          <p:cNvPr id="37" name="Shape 22">
            <a:extLst>
              <a:ext uri="{FF2B5EF4-FFF2-40B4-BE49-F238E27FC236}">
                <a16:creationId xmlns:a16="http://schemas.microsoft.com/office/drawing/2014/main" id="{DF17F727-8F8F-7AA6-8505-7A381D4BB34A}"/>
              </a:ext>
            </a:extLst>
          </p:cNvPr>
          <p:cNvSpPr/>
          <p:nvPr/>
        </p:nvSpPr>
        <p:spPr>
          <a:xfrm>
            <a:off x="6254496" y="3054202"/>
            <a:ext cx="5207000" cy="1130200"/>
          </a:xfrm>
          <a:prstGeom prst="roundRect">
            <a:avLst>
              <a:gd name="adj" fmla="val 11316"/>
            </a:avLst>
          </a:prstGeom>
          <a:solidFill>
            <a:srgbClr val="E9ECF0"/>
          </a:solidFill>
          <a:ln/>
        </p:spPr>
        <p:txBody>
          <a:bodyPr/>
          <a:lstStyle/>
          <a:p>
            <a:endParaRPr lang="ja-JP" altLang="en-US"/>
          </a:p>
        </p:txBody>
      </p:sp>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最初に作った仕組み</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リアルタイムで動かすための仕組み</a:t>
            </a:r>
            <a:endParaRPr lang="en-US" sz="3200" dirty="0"/>
          </a:p>
        </p:txBody>
      </p:sp>
      <p:sp>
        <p:nvSpPr>
          <p:cNvPr id="4" name="Shape 2"/>
          <p:cNvSpPr/>
          <p:nvPr/>
        </p:nvSpPr>
        <p:spPr>
          <a:xfrm>
            <a:off x="819150" y="1898551"/>
            <a:ext cx="1803102" cy="810220"/>
          </a:xfrm>
          <a:prstGeom prst="roundRect">
            <a:avLst>
              <a:gd name="adj" fmla="val 11756"/>
            </a:avLst>
          </a:prstGeom>
          <a:solidFill>
            <a:srgbClr val="FCFCFD"/>
          </a:solidFill>
          <a:ln w="12700">
            <a:solidFill>
              <a:srgbClr val="D5DBE2"/>
            </a:solidFill>
            <a:prstDash val="solid"/>
          </a:ln>
        </p:spPr>
        <p:txBody>
          <a:bodyPr/>
          <a:lstStyle/>
          <a:p>
            <a:endParaRPr lang="ja-JP" altLang="en-US"/>
          </a:p>
        </p:txBody>
      </p:sp>
      <p:sp>
        <p:nvSpPr>
          <p:cNvPr id="5" name="Text 3"/>
          <p:cNvSpPr/>
          <p:nvPr/>
        </p:nvSpPr>
        <p:spPr>
          <a:xfrm>
            <a:off x="977900" y="2057301"/>
            <a:ext cx="15364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2B"/>
                </a:solidFill>
                <a:latin typeface="Arial" pitchFamily="34" charset="0"/>
                <a:ea typeface="Arial" pitchFamily="34" charset="-122"/>
                <a:cs typeface="Arial" pitchFamily="34" charset="-120"/>
              </a:rPr>
              <a:t>Unity</a:t>
            </a:r>
            <a:endParaRPr lang="en-US" sz="1500" dirty="0"/>
          </a:p>
        </p:txBody>
      </p:sp>
      <p:sp>
        <p:nvSpPr>
          <p:cNvPr id="6" name="Text 4"/>
          <p:cNvSpPr/>
          <p:nvPr/>
        </p:nvSpPr>
        <p:spPr>
          <a:xfrm>
            <a:off x="977900" y="2336701"/>
            <a:ext cx="15364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AI用カメラ 512×512</a:t>
            </a:r>
            <a:endParaRPr lang="en-US" sz="1200" dirty="0"/>
          </a:p>
        </p:txBody>
      </p:sp>
      <p:sp>
        <p:nvSpPr>
          <p:cNvPr id="7" name="Text 5"/>
          <p:cNvSpPr/>
          <p:nvPr/>
        </p:nvSpPr>
        <p:spPr>
          <a:xfrm>
            <a:off x="2655074" y="2171601"/>
            <a:ext cx="102655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8F570B"/>
                </a:solidFill>
                <a:latin typeface="Arial" pitchFamily="34" charset="0"/>
                <a:ea typeface="Arial" pitchFamily="34" charset="-122"/>
                <a:cs typeface="Arial" pitchFamily="34" charset="-120"/>
              </a:rPr>
              <a:t>JPEG / UDP</a:t>
            </a:r>
            <a:endParaRPr lang="en-US" sz="1200" dirty="0"/>
          </a:p>
        </p:txBody>
      </p:sp>
      <p:pic>
        <p:nvPicPr>
          <p:cNvPr id="8" name="Image 0" descr="connector"/>
          <p:cNvPicPr>
            <a:picLocks noChangeAspect="1"/>
          </p:cNvPicPr>
          <p:nvPr/>
        </p:nvPicPr>
        <p:blipFill>
          <a:blip r:embed="rId3"/>
          <a:srcRect/>
          <a:stretch/>
        </p:blipFill>
        <p:spPr>
          <a:xfrm>
            <a:off x="2634952" y="2365871"/>
            <a:ext cx="1066800" cy="127000"/>
          </a:xfrm>
          <a:prstGeom prst="rect">
            <a:avLst/>
          </a:prstGeom>
        </p:spPr>
      </p:pic>
      <p:sp>
        <p:nvSpPr>
          <p:cNvPr id="9" name="Shape 6"/>
          <p:cNvSpPr/>
          <p:nvPr/>
        </p:nvSpPr>
        <p:spPr>
          <a:xfrm>
            <a:off x="3714452" y="1898551"/>
            <a:ext cx="1803102" cy="810220"/>
          </a:xfrm>
          <a:prstGeom prst="roundRect">
            <a:avLst>
              <a:gd name="adj" fmla="val 11756"/>
            </a:avLst>
          </a:prstGeom>
          <a:solidFill>
            <a:srgbClr val="FCFCFD"/>
          </a:solidFill>
          <a:ln w="12700">
            <a:solidFill>
              <a:srgbClr val="D5DBE2"/>
            </a:solidFill>
            <a:prstDash val="solid"/>
          </a:ln>
        </p:spPr>
        <p:txBody>
          <a:bodyPr/>
          <a:lstStyle/>
          <a:p>
            <a:endParaRPr lang="ja-JP" altLang="en-US"/>
          </a:p>
        </p:txBody>
      </p:sp>
      <p:sp>
        <p:nvSpPr>
          <p:cNvPr id="10" name="Text 7"/>
          <p:cNvSpPr/>
          <p:nvPr/>
        </p:nvSpPr>
        <p:spPr>
          <a:xfrm>
            <a:off x="3873202" y="2057301"/>
            <a:ext cx="15364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2B"/>
                </a:solidFill>
                <a:latin typeface="Arial" pitchFamily="34" charset="0"/>
                <a:ea typeface="Arial" pitchFamily="34" charset="-122"/>
                <a:cs typeface="Arial" pitchFamily="34" charset="-120"/>
              </a:rPr>
              <a:t>Python</a:t>
            </a:r>
            <a:endParaRPr lang="en-US" sz="1500" dirty="0"/>
          </a:p>
        </p:txBody>
      </p:sp>
      <p:sp>
        <p:nvSpPr>
          <p:cNvPr id="11" name="Text 8"/>
          <p:cNvSpPr/>
          <p:nvPr/>
        </p:nvSpPr>
        <p:spPr>
          <a:xfrm>
            <a:off x="3873202" y="2336701"/>
            <a:ext cx="15364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最新の1枚だけ受信</a:t>
            </a:r>
            <a:endParaRPr lang="en-US" sz="1200" dirty="0"/>
          </a:p>
        </p:txBody>
      </p:sp>
      <p:pic>
        <p:nvPicPr>
          <p:cNvPr id="12" name="Image 1" descr="connector"/>
          <p:cNvPicPr>
            <a:picLocks noChangeAspect="1"/>
          </p:cNvPicPr>
          <p:nvPr/>
        </p:nvPicPr>
        <p:blipFill>
          <a:blip r:embed="rId4"/>
          <a:srcRect/>
          <a:stretch/>
        </p:blipFill>
        <p:spPr>
          <a:xfrm>
            <a:off x="5530255" y="2240161"/>
            <a:ext cx="685800" cy="127000"/>
          </a:xfrm>
          <a:prstGeom prst="rect">
            <a:avLst/>
          </a:prstGeom>
        </p:spPr>
      </p:pic>
      <p:sp>
        <p:nvSpPr>
          <p:cNvPr id="13" name="Shape 9"/>
          <p:cNvSpPr/>
          <p:nvPr/>
        </p:nvSpPr>
        <p:spPr>
          <a:xfrm>
            <a:off x="6228755" y="1898551"/>
            <a:ext cx="2248793" cy="810220"/>
          </a:xfrm>
          <a:prstGeom prst="roundRect">
            <a:avLst>
              <a:gd name="adj" fmla="val 11756"/>
            </a:avLst>
          </a:prstGeom>
          <a:solidFill>
            <a:srgbClr val="FCFCFD"/>
          </a:solidFill>
          <a:ln w="12700">
            <a:solidFill>
              <a:srgbClr val="D5DBE2"/>
            </a:solidFill>
            <a:prstDash val="solid"/>
          </a:ln>
        </p:spPr>
        <p:txBody>
          <a:bodyPr/>
          <a:lstStyle/>
          <a:p>
            <a:endParaRPr lang="ja-JP" altLang="en-US"/>
          </a:p>
        </p:txBody>
      </p:sp>
      <p:sp>
        <p:nvSpPr>
          <p:cNvPr id="14" name="Text 10"/>
          <p:cNvSpPr/>
          <p:nvPr/>
        </p:nvSpPr>
        <p:spPr>
          <a:xfrm>
            <a:off x="6387505" y="2057301"/>
            <a:ext cx="19892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2B"/>
                </a:solidFill>
                <a:latin typeface="Arial" pitchFamily="34" charset="0"/>
                <a:ea typeface="Arial" pitchFamily="34" charset="-122"/>
                <a:cs typeface="Arial" pitchFamily="34" charset="-120"/>
              </a:rPr>
              <a:t>画像生成AI</a:t>
            </a:r>
            <a:endParaRPr lang="en-US" sz="1500" dirty="0"/>
          </a:p>
        </p:txBody>
      </p:sp>
      <p:sp>
        <p:nvSpPr>
          <p:cNvPr id="15" name="Text 11"/>
          <p:cNvSpPr/>
          <p:nvPr/>
        </p:nvSpPr>
        <p:spPr>
          <a:xfrm>
            <a:off x="6387505" y="2336701"/>
            <a:ext cx="19892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StreamDiffusion img2img</a:t>
            </a:r>
            <a:endParaRPr lang="en-US" sz="1200" dirty="0"/>
          </a:p>
        </p:txBody>
      </p:sp>
      <p:sp>
        <p:nvSpPr>
          <p:cNvPr id="16" name="Text 12"/>
          <p:cNvSpPr/>
          <p:nvPr/>
        </p:nvSpPr>
        <p:spPr>
          <a:xfrm>
            <a:off x="8510369" y="2171601"/>
            <a:ext cx="102655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8F570B"/>
                </a:solidFill>
                <a:latin typeface="Arial" pitchFamily="34" charset="0"/>
                <a:ea typeface="Arial" pitchFamily="34" charset="-122"/>
                <a:cs typeface="Arial" pitchFamily="34" charset="-120"/>
              </a:rPr>
              <a:t>JPEG / UDP</a:t>
            </a:r>
            <a:endParaRPr lang="en-US" sz="1200" dirty="0"/>
          </a:p>
        </p:txBody>
      </p:sp>
      <p:pic>
        <p:nvPicPr>
          <p:cNvPr id="17" name="Image 2" descr="connector"/>
          <p:cNvPicPr>
            <a:picLocks noChangeAspect="1"/>
          </p:cNvPicPr>
          <p:nvPr/>
        </p:nvPicPr>
        <p:blipFill>
          <a:blip r:embed="rId3"/>
          <a:srcRect/>
          <a:stretch/>
        </p:blipFill>
        <p:spPr>
          <a:xfrm>
            <a:off x="8490248" y="2365871"/>
            <a:ext cx="1066800" cy="127000"/>
          </a:xfrm>
          <a:prstGeom prst="rect">
            <a:avLst/>
          </a:prstGeom>
        </p:spPr>
      </p:pic>
      <p:sp>
        <p:nvSpPr>
          <p:cNvPr id="18" name="Shape 13"/>
          <p:cNvSpPr/>
          <p:nvPr/>
        </p:nvSpPr>
        <p:spPr>
          <a:xfrm>
            <a:off x="9569748" y="1898551"/>
            <a:ext cx="1803102" cy="810220"/>
          </a:xfrm>
          <a:prstGeom prst="roundRect">
            <a:avLst>
              <a:gd name="adj" fmla="val 11756"/>
            </a:avLst>
          </a:prstGeom>
          <a:solidFill>
            <a:srgbClr val="FCFCFD"/>
          </a:solidFill>
          <a:ln w="12700">
            <a:solidFill>
              <a:srgbClr val="D5DBE2"/>
            </a:solidFill>
            <a:prstDash val="solid"/>
          </a:ln>
        </p:spPr>
        <p:txBody>
          <a:bodyPr/>
          <a:lstStyle/>
          <a:p>
            <a:endParaRPr lang="ja-JP" altLang="en-US"/>
          </a:p>
        </p:txBody>
      </p:sp>
      <p:sp>
        <p:nvSpPr>
          <p:cNvPr id="19" name="Text 14"/>
          <p:cNvSpPr/>
          <p:nvPr/>
        </p:nvSpPr>
        <p:spPr>
          <a:xfrm>
            <a:off x="9728498" y="2057301"/>
            <a:ext cx="15364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2B"/>
                </a:solidFill>
                <a:latin typeface="Arial" pitchFamily="34" charset="0"/>
                <a:ea typeface="Arial" pitchFamily="34" charset="-122"/>
                <a:cs typeface="Arial" pitchFamily="34" charset="-120"/>
              </a:rPr>
              <a:t>Unity</a:t>
            </a:r>
            <a:endParaRPr lang="en-US" sz="1500" dirty="0"/>
          </a:p>
        </p:txBody>
      </p:sp>
      <p:sp>
        <p:nvSpPr>
          <p:cNvPr id="20" name="Text 15"/>
          <p:cNvSpPr/>
          <p:nvPr/>
        </p:nvSpPr>
        <p:spPr>
          <a:xfrm>
            <a:off x="9728498" y="2336701"/>
            <a:ext cx="15364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画面に表示</a:t>
            </a:r>
            <a:endParaRPr lang="en-US" sz="1200" dirty="0"/>
          </a:p>
        </p:txBody>
      </p:sp>
      <p:sp>
        <p:nvSpPr>
          <p:cNvPr id="22" name="Text 17"/>
          <p:cNvSpPr/>
          <p:nvPr/>
        </p:nvSpPr>
        <p:spPr>
          <a:xfrm>
            <a:off x="913133" y="3220542"/>
            <a:ext cx="4944618"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B222B"/>
                </a:solidFill>
                <a:latin typeface="Arial" pitchFamily="34" charset="0"/>
                <a:ea typeface="Arial" pitchFamily="34" charset="-122"/>
                <a:cs typeface="Arial" pitchFamily="34" charset="-120"/>
              </a:rPr>
              <a:t>再送を待たないUDP</a:t>
            </a:r>
            <a:endParaRPr lang="en-US" sz="2000" dirty="0"/>
          </a:p>
        </p:txBody>
      </p:sp>
      <p:sp>
        <p:nvSpPr>
          <p:cNvPr id="23" name="Text 18"/>
          <p:cNvSpPr/>
          <p:nvPr/>
        </p:nvSpPr>
        <p:spPr>
          <a:xfrm>
            <a:off x="928537" y="3466901"/>
            <a:ext cx="4944618" cy="556617"/>
          </a:xfrm>
          <a:prstGeom prst="rect">
            <a:avLst/>
          </a:prstGeom>
          <a:noFill/>
          <a:ln/>
        </p:spPr>
        <p:txBody>
          <a:bodyPr wrap="square" lIns="0" tIns="0" rIns="0" bIns="0" rtlCol="0" anchor="t">
            <a:noAutofit/>
          </a:bodyPr>
          <a:lstStyle/>
          <a:p>
            <a:pPr marL="0" indent="0" algn="l">
              <a:lnSpc>
                <a:spcPts val="1950"/>
              </a:lnSpc>
              <a:buNone/>
            </a:pPr>
            <a:r>
              <a:rPr lang="en-US" dirty="0">
                <a:solidFill>
                  <a:srgbClr val="4A5563"/>
                </a:solidFill>
                <a:latin typeface="Arial" pitchFamily="34" charset="0"/>
                <a:ea typeface="Arial" pitchFamily="34" charset="-122"/>
                <a:cs typeface="Arial" pitchFamily="34" charset="-120"/>
              </a:rPr>
              <a:t>映像は最新の1枚が届けばよいので、TCPのように再送を待たない</a:t>
            </a:r>
            <a:endParaRPr lang="en-US" dirty="0"/>
          </a:p>
        </p:txBody>
      </p:sp>
      <p:sp>
        <p:nvSpPr>
          <p:cNvPr id="25" name="Text 20"/>
          <p:cNvSpPr/>
          <p:nvPr/>
        </p:nvSpPr>
        <p:spPr>
          <a:xfrm>
            <a:off x="6375400" y="3172321"/>
            <a:ext cx="4944618"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B222B"/>
                </a:solidFill>
                <a:latin typeface="Arial" pitchFamily="34" charset="0"/>
                <a:ea typeface="Arial" pitchFamily="34" charset="-122"/>
                <a:cs typeface="Arial" pitchFamily="34" charset="-120"/>
              </a:rPr>
              <a:t>1フレーム = 1パケット</a:t>
            </a:r>
            <a:endParaRPr lang="en-US" sz="2000" dirty="0"/>
          </a:p>
        </p:txBody>
      </p:sp>
      <p:sp>
        <p:nvSpPr>
          <p:cNvPr id="26" name="Text 21"/>
          <p:cNvSpPr/>
          <p:nvPr/>
        </p:nvSpPr>
        <p:spPr>
          <a:xfrm>
            <a:off x="6375400" y="3466902"/>
            <a:ext cx="4944618" cy="556616"/>
          </a:xfrm>
          <a:prstGeom prst="rect">
            <a:avLst/>
          </a:prstGeom>
          <a:noFill/>
          <a:ln/>
        </p:spPr>
        <p:txBody>
          <a:bodyPr wrap="square" lIns="0" tIns="0" rIns="0" bIns="0" rtlCol="0" anchor="t">
            <a:noAutofit/>
          </a:bodyPr>
          <a:lstStyle/>
          <a:p>
            <a:pPr marL="0" indent="0" algn="l">
              <a:lnSpc>
                <a:spcPts val="1950"/>
              </a:lnSpc>
              <a:buNone/>
            </a:pPr>
            <a:r>
              <a:rPr lang="en-US" dirty="0">
                <a:solidFill>
                  <a:srgbClr val="4A5563"/>
                </a:solidFill>
                <a:latin typeface="Arial" pitchFamily="34" charset="0"/>
                <a:ea typeface="Arial" pitchFamily="34" charset="-122"/>
                <a:cs typeface="Arial" pitchFamily="34" charset="-120"/>
              </a:rPr>
              <a:t>JPEGに圧縮し、UDPの1回の送信(約64KB)に収める</a:t>
            </a:r>
            <a:endParaRPr lang="en-US" dirty="0"/>
          </a:p>
        </p:txBody>
      </p:sp>
      <p:sp>
        <p:nvSpPr>
          <p:cNvPr id="28" name="Text 23"/>
          <p:cNvSpPr/>
          <p:nvPr/>
        </p:nvSpPr>
        <p:spPr>
          <a:xfrm>
            <a:off x="884809" y="4661485"/>
            <a:ext cx="4944618"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B222B"/>
                </a:solidFill>
                <a:latin typeface="Arial" pitchFamily="34" charset="0"/>
                <a:ea typeface="Arial" pitchFamily="34" charset="-122"/>
                <a:cs typeface="Arial" pitchFamily="34" charset="-120"/>
              </a:rPr>
              <a:t>古いフレームは捨てる</a:t>
            </a:r>
            <a:endParaRPr lang="en-US" sz="2000" dirty="0"/>
          </a:p>
        </p:txBody>
      </p:sp>
      <p:sp>
        <p:nvSpPr>
          <p:cNvPr id="29" name="Text 24"/>
          <p:cNvSpPr/>
          <p:nvPr/>
        </p:nvSpPr>
        <p:spPr>
          <a:xfrm>
            <a:off x="913133" y="5002689"/>
            <a:ext cx="4944618" cy="573922"/>
          </a:xfrm>
          <a:prstGeom prst="rect">
            <a:avLst/>
          </a:prstGeom>
          <a:noFill/>
          <a:ln/>
        </p:spPr>
        <p:txBody>
          <a:bodyPr wrap="square" lIns="0" tIns="0" rIns="0" bIns="0" rtlCol="0" anchor="t">
            <a:noAutofit/>
          </a:bodyPr>
          <a:lstStyle/>
          <a:p>
            <a:pPr marL="0" indent="0" algn="l">
              <a:lnSpc>
                <a:spcPts val="1950"/>
              </a:lnSpc>
              <a:buNone/>
            </a:pPr>
            <a:r>
              <a:rPr lang="en-US" dirty="0">
                <a:solidFill>
                  <a:srgbClr val="4A5563"/>
                </a:solidFill>
                <a:latin typeface="Arial" pitchFamily="34" charset="0"/>
                <a:ea typeface="Arial" pitchFamily="34" charset="-122"/>
                <a:cs typeface="Arial" pitchFamily="34" charset="-120"/>
              </a:rPr>
              <a:t>溜まった映像を読み捨て、常に最新の1枚だけ処理する</a:t>
            </a:r>
            <a:endParaRPr lang="en-US" dirty="0"/>
          </a:p>
        </p:txBody>
      </p:sp>
      <p:sp>
        <p:nvSpPr>
          <p:cNvPr id="31" name="Text 26"/>
          <p:cNvSpPr/>
          <p:nvPr/>
        </p:nvSpPr>
        <p:spPr>
          <a:xfrm>
            <a:off x="6338923" y="4583960"/>
            <a:ext cx="4944618" cy="269180"/>
          </a:xfrm>
          <a:prstGeom prst="rect">
            <a:avLst/>
          </a:prstGeom>
          <a:noFill/>
          <a:ln/>
        </p:spPr>
        <p:txBody>
          <a:bodyPr wrap="square" lIns="0" tIns="0" rIns="0" bIns="0" rtlCol="0" anchor="t">
            <a:normAutofit/>
          </a:bodyPr>
          <a:lstStyle/>
          <a:p>
            <a:pPr marL="0" indent="0" algn="l">
              <a:lnSpc>
                <a:spcPts val="1920"/>
              </a:lnSpc>
              <a:buNone/>
            </a:pPr>
            <a:r>
              <a:rPr lang="en-US" sz="2000" b="1" dirty="0">
                <a:solidFill>
                  <a:srgbClr val="1B222B"/>
                </a:solidFill>
                <a:latin typeface="Arial" pitchFamily="34" charset="0"/>
                <a:ea typeface="Arial" pitchFamily="34" charset="-122"/>
                <a:cs typeface="Arial" pitchFamily="34" charset="-120"/>
              </a:rPr>
              <a:t>少ない段数で描くAI</a:t>
            </a:r>
            <a:endParaRPr lang="en-US" sz="2000" dirty="0"/>
          </a:p>
        </p:txBody>
      </p:sp>
      <p:sp>
        <p:nvSpPr>
          <p:cNvPr id="32" name="Text 27"/>
          <p:cNvSpPr/>
          <p:nvPr/>
        </p:nvSpPr>
        <p:spPr>
          <a:xfrm>
            <a:off x="6320282" y="4857848"/>
            <a:ext cx="4944618" cy="811511"/>
          </a:xfrm>
          <a:prstGeom prst="rect">
            <a:avLst/>
          </a:prstGeom>
          <a:noFill/>
          <a:ln/>
        </p:spPr>
        <p:txBody>
          <a:bodyPr wrap="square" lIns="0" tIns="0" rIns="0" bIns="0" rtlCol="0" anchor="t">
            <a:noAutofit/>
          </a:bodyPr>
          <a:lstStyle/>
          <a:p>
            <a:pPr marL="0" indent="0" algn="l">
              <a:lnSpc>
                <a:spcPts val="1950"/>
              </a:lnSpc>
              <a:buNone/>
            </a:pPr>
            <a:r>
              <a:rPr lang="en-US" dirty="0">
                <a:solidFill>
                  <a:srgbClr val="4A5563"/>
                </a:solidFill>
                <a:latin typeface="Arial" pitchFamily="34" charset="0"/>
                <a:ea typeface="Arial" pitchFamily="34" charset="-122"/>
                <a:cs typeface="Arial" pitchFamily="34" charset="-120"/>
              </a:rPr>
              <a:t>元の映像から3段階で描き直</a:t>
            </a:r>
            <a:r>
              <a:rPr lang="ja-JP" altLang="en-US" dirty="0">
                <a:solidFill>
                  <a:srgbClr val="4A5563"/>
                </a:solidFill>
                <a:latin typeface="Arial" pitchFamily="34" charset="0"/>
                <a:ea typeface="Arial" pitchFamily="34" charset="-122"/>
                <a:cs typeface="Arial" pitchFamily="34" charset="-120"/>
              </a:rPr>
              <a:t>すことで</a:t>
            </a:r>
            <a:r>
              <a:rPr lang="en-US" dirty="0">
                <a:solidFill>
                  <a:srgbClr val="4A5563"/>
                </a:solidFill>
                <a:latin typeface="Arial" pitchFamily="34" charset="0"/>
                <a:ea typeface="Arial" pitchFamily="34" charset="-122"/>
                <a:cs typeface="Arial" pitchFamily="34" charset="-120"/>
              </a:rPr>
              <a:t>、建物の配置を保つ</a:t>
            </a:r>
            <a:endParaRPr lang="en-US" dirty="0"/>
          </a:p>
        </p:txBody>
      </p:sp>
      <p:sp>
        <p:nvSpPr>
          <p:cNvPr id="33" name="Text 2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見えてきた課題</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動いたが、目標とは離れていた</a:t>
            </a:r>
            <a:endParaRPr lang="en-US" sz="3200" dirty="0"/>
          </a:p>
        </p:txBody>
      </p:sp>
      <p:sp>
        <p:nvSpPr>
          <p:cNvPr id="4" name="Shape 2"/>
          <p:cNvSpPr/>
          <p:nvPr/>
        </p:nvSpPr>
        <p:spPr>
          <a:xfrm>
            <a:off x="787400" y="2163960"/>
            <a:ext cx="10566400" cy="3378687"/>
          </a:xfrm>
          <a:prstGeom prst="roundRect">
            <a:avLst>
              <a:gd name="adj" fmla="val 4916"/>
            </a:avLst>
          </a:prstGeom>
          <a:solidFill>
            <a:srgbClr val="FCFCFD"/>
          </a:solidFill>
          <a:ln/>
        </p:spPr>
        <p:txBody>
          <a:bodyPr/>
          <a:lstStyle/>
          <a:p>
            <a:endParaRPr lang="ja-JP" altLang="en-US" dirty="0"/>
          </a:p>
        </p:txBody>
      </p:sp>
      <p:sp>
        <p:nvSpPr>
          <p:cNvPr id="5" name="Shape 3"/>
          <p:cNvSpPr/>
          <p:nvPr/>
        </p:nvSpPr>
        <p:spPr>
          <a:xfrm>
            <a:off x="838200" y="1917601"/>
            <a:ext cx="10566400" cy="3625046"/>
          </a:xfrm>
          <a:custGeom>
            <a:avLst/>
            <a:gdLst/>
            <a:ahLst/>
            <a:cxnLst/>
            <a:rect l="l" t="t" r="r" b="b"/>
            <a:pathLst>
              <a:path w="10566400" h="2066925">
                <a:moveTo>
                  <a:pt x="10464800" y="0"/>
                </a:moveTo>
                <a:lnTo>
                  <a:pt x="10464800" y="0"/>
                </a:lnTo>
                <a:arcTo wR="101600" hR="101600" stAng="16200000" swAng="5400000"/>
                <a:lnTo>
                  <a:pt x="10566400" y="1965325"/>
                </a:lnTo>
                <a:arcTo wR="101600" hR="101600" stAng="0" swAng="5400000"/>
                <a:lnTo>
                  <a:pt x="101600" y="2066925"/>
                </a:lnTo>
                <a:arcTo wR="101600" hR="101600" stAng="5400000" swAng="5400000"/>
                <a:lnTo>
                  <a:pt x="0" y="1965325"/>
                </a:lnTo>
                <a:arcTo wR="101600" hR="88900" stAng="10800000" swAng="-5400000"/>
                <a:lnTo>
                  <a:pt x="10464800" y="2054225"/>
                </a:lnTo>
                <a:arcTo wR="88900" hR="88900" stAng="5400000" swAng="-5400000"/>
                <a:lnTo>
                  <a:pt x="10553700" y="101600"/>
                </a:lnTo>
                <a:arcTo wR="88900" hR="101600" stAng="0" swAng="-5400000"/>
                <a:close/>
              </a:path>
            </a:pathLst>
          </a:custGeom>
          <a:solidFill>
            <a:srgbClr val="D5DBE2"/>
          </a:solidFill>
          <a:ln/>
        </p:spPr>
        <p:txBody>
          <a:bodyPr/>
          <a:lstStyle/>
          <a:p>
            <a:endParaRPr lang="ja-JP" altLang="en-US" dirty="0"/>
          </a:p>
        </p:txBody>
      </p:sp>
      <p:sp>
        <p:nvSpPr>
          <p:cNvPr id="6" name="Shape 4"/>
          <p:cNvSpPr/>
          <p:nvPr/>
        </p:nvSpPr>
        <p:spPr>
          <a:xfrm>
            <a:off x="812800" y="1917601"/>
            <a:ext cx="10566400" cy="3589437"/>
          </a:xfrm>
          <a:custGeom>
            <a:avLst/>
            <a:gdLst/>
            <a:ahLst/>
            <a:cxnLst/>
            <a:rect l="l" t="t" r="r" b="b"/>
            <a:pathLst>
              <a:path w="10566400" h="2066925">
                <a:moveTo>
                  <a:pt x="101600" y="2066925"/>
                </a:moveTo>
                <a:lnTo>
                  <a:pt x="101600" y="2066925"/>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1965325"/>
                </a:lnTo>
                <a:arcTo wR="88900" hR="101600" stAng="10800000" swAng="-5400000"/>
                <a:close/>
              </a:path>
            </a:pathLst>
          </a:custGeom>
          <a:solidFill>
            <a:srgbClr val="141413">
              <a:alpha val="22000"/>
            </a:srgbClr>
          </a:solidFill>
          <a:ln/>
        </p:spPr>
        <p:txBody>
          <a:bodyPr/>
          <a:lstStyle/>
          <a:p>
            <a:endParaRPr lang="ja-JP" altLang="en-US"/>
          </a:p>
        </p:txBody>
      </p:sp>
      <p:sp>
        <p:nvSpPr>
          <p:cNvPr id="7" name="Shape 5"/>
          <p:cNvSpPr/>
          <p:nvPr/>
        </p:nvSpPr>
        <p:spPr>
          <a:xfrm>
            <a:off x="812800" y="1926106"/>
            <a:ext cx="10541000" cy="385961"/>
          </a:xfrm>
          <a:custGeom>
            <a:avLst/>
            <a:gdLst/>
            <a:ahLst/>
            <a:cxnLst/>
            <a:rect l="l" t="t" r="r" b="b"/>
            <a:pathLst>
              <a:path w="10541000" h="385961">
                <a:moveTo>
                  <a:pt x="0" y="88900"/>
                </a:moveTo>
                <a:arcTo wR="88900" hR="88900" stAng="10800000" swAng="5400000"/>
                <a:lnTo>
                  <a:pt x="10452100" y="0"/>
                </a:lnTo>
                <a:arcTo wR="88900" hR="88900" stAng="16200000" swAng="5400000"/>
                <a:lnTo>
                  <a:pt x="10541000" y="385961"/>
                </a:lnTo>
                <a:lnTo>
                  <a:pt x="0" y="385961"/>
                </a:lnTo>
                <a:close/>
              </a:path>
            </a:pathLst>
          </a:custGeom>
          <a:solidFill>
            <a:srgbClr val="E9E9EA"/>
          </a:solidFill>
          <a:ln/>
        </p:spPr>
        <p:txBody>
          <a:bodyPr/>
          <a:lstStyle/>
          <a:p>
            <a:endParaRPr lang="ja-JP" altLang="en-US"/>
          </a:p>
        </p:txBody>
      </p:sp>
      <p:graphicFrame>
        <p:nvGraphicFramePr>
          <p:cNvPr id="8" name="Table 0"/>
          <p:cNvGraphicFramePr>
            <a:graphicFrameLocks noGrp="1"/>
          </p:cNvGraphicFramePr>
          <p:nvPr>
            <p:extLst>
              <p:ext uri="{D42A27DB-BD31-4B8C-83A1-F6EECF244321}">
                <p14:modId xmlns:p14="http://schemas.microsoft.com/office/powerpoint/2010/main" val="2404556926"/>
              </p:ext>
            </p:extLst>
          </p:nvPr>
        </p:nvGraphicFramePr>
        <p:xfrm>
          <a:off x="838200" y="1926106"/>
          <a:ext cx="10515600" cy="3616541"/>
        </p:xfrm>
        <a:graphic>
          <a:graphicData uri="http://schemas.openxmlformats.org/drawingml/2006/table">
            <a:tbl>
              <a:tblPr/>
              <a:tblGrid>
                <a:gridCol w="2523744">
                  <a:extLst>
                    <a:ext uri="{9D8B030D-6E8A-4147-A177-3AD203B41FA5}">
                      <a16:colId xmlns:a16="http://schemas.microsoft.com/office/drawing/2014/main" val="20000"/>
                    </a:ext>
                  </a:extLst>
                </a:gridCol>
                <a:gridCol w="7991856">
                  <a:extLst>
                    <a:ext uri="{9D8B030D-6E8A-4147-A177-3AD203B41FA5}">
                      <a16:colId xmlns:a16="http://schemas.microsoft.com/office/drawing/2014/main" val="20001"/>
                    </a:ext>
                  </a:extLst>
                </a:gridCol>
              </a:tblGrid>
              <a:tr h="400916">
                <a:tc>
                  <a:txBody>
                    <a:bodyPr/>
                    <a:lstStyle/>
                    <a:p>
                      <a:pPr marL="0" indent="0">
                        <a:lnSpc>
                          <a:spcPts val="1960"/>
                        </a:lnSpc>
                        <a:buNone/>
                      </a:pPr>
                      <a:r>
                        <a:rPr lang="en-US" sz="2000" b="1" dirty="0">
                          <a:solidFill>
                            <a:srgbClr val="1B222B"/>
                          </a:solidFill>
                          <a:latin typeface="Arial" pitchFamily="34" charset="0"/>
                          <a:ea typeface="Arial" pitchFamily="34" charset="-122"/>
                          <a:cs typeface="Arial" pitchFamily="34" charset="-120"/>
                        </a:rPr>
                        <a:t>課題</a:t>
                      </a:r>
                      <a:endParaRPr lang="en-US" sz="2000" dirty="0">
                        <a:latin typeface="Arial" charset="0"/>
                        <a:ea typeface="Arial" charset="0"/>
                        <a:cs typeface="Arial" charset="0"/>
                      </a:endParaRPr>
                    </a:p>
                  </a:txBody>
                  <a:tcPr marL="62230" marR="62230" marT="62230" marB="62230">
                    <a:lnL w="0" cap="flat" cmpd="sng" algn="ctr">
                      <a:noFill/>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tc>
                  <a:txBody>
                    <a:bodyPr/>
                    <a:lstStyle/>
                    <a:p>
                      <a:pPr marL="0" indent="0">
                        <a:lnSpc>
                          <a:spcPts val="1960"/>
                        </a:lnSpc>
                        <a:buNone/>
                      </a:pPr>
                      <a:r>
                        <a:rPr lang="en-US" sz="2000" b="1" dirty="0">
                          <a:solidFill>
                            <a:srgbClr val="1B222B"/>
                          </a:solidFill>
                          <a:latin typeface="Arial" pitchFamily="34" charset="0"/>
                          <a:ea typeface="Arial" pitchFamily="34" charset="-122"/>
                          <a:cs typeface="Arial" pitchFamily="34" charset="-120"/>
                        </a:rPr>
                        <a:t>調べて分かった原因</a:t>
                      </a:r>
                      <a:endParaRPr lang="en-US" sz="2000" dirty="0">
                        <a:latin typeface="Arial" charset="0"/>
                        <a:ea typeface="Arial" charset="0"/>
                        <a:cs typeface="Arial" charset="0"/>
                      </a:endParaRPr>
                    </a:p>
                  </a:txBody>
                  <a:tcPr marL="62230" marR="62230" marT="62230" marB="6223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extLst>
                  <a:ext uri="{0D108BD9-81ED-4DB2-BD59-A6C34878D82A}">
                    <a16:rowId xmlns:a16="http://schemas.microsoft.com/office/drawing/2014/main" val="10000"/>
                  </a:ext>
                </a:extLst>
              </a:tr>
              <a:tr h="1010909">
                <a:tc>
                  <a:txBody>
                    <a:bodyPr/>
                    <a:lstStyle/>
                    <a:p>
                      <a:pPr marL="0" indent="0">
                        <a:lnSpc>
                          <a:spcPts val="1960"/>
                        </a:lnSpc>
                        <a:buNone/>
                      </a:pPr>
                      <a:r>
                        <a:rPr lang="en-US" sz="2000" dirty="0">
                          <a:solidFill>
                            <a:srgbClr val="1B222B"/>
                          </a:solidFill>
                          <a:latin typeface="Arial" pitchFamily="34" charset="0"/>
                          <a:ea typeface="Arial" pitchFamily="34" charset="-122"/>
                          <a:cs typeface="Arial" pitchFamily="34" charset="-120"/>
                        </a:rPr>
                        <a:t>約3秒の遅れ</a:t>
                      </a:r>
                      <a:endParaRPr lang="en-US" sz="2000" dirty="0">
                        <a:latin typeface="Arial" charset="0"/>
                        <a:ea typeface="Arial" charset="0"/>
                        <a:cs typeface="Arial" charset="0"/>
                      </a:endParaRPr>
                    </a:p>
                  </a:txBody>
                  <a:tcPr marL="62230" marR="62230" marT="62230" marB="62230">
                    <a:lnL w="0" cap="flat" cmpd="sng" algn="ctr">
                      <a:noFill/>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ct val="100000"/>
                        </a:lnSpc>
                        <a:buNone/>
                      </a:pPr>
                      <a:r>
                        <a:rPr lang="ja-JP" altLang="en-US" sz="1800" dirty="0">
                          <a:solidFill>
                            <a:srgbClr val="1B222B"/>
                          </a:solidFill>
                          <a:latin typeface="Arial" pitchFamily="34" charset="0"/>
                          <a:ea typeface="Arial" pitchFamily="34" charset="-122"/>
                          <a:cs typeface="Arial" pitchFamily="34" charset="-120"/>
                        </a:rPr>
                        <a:t>ディープラーニング用</a:t>
                      </a:r>
                      <a:r>
                        <a:rPr lang="en-US" sz="1800" dirty="0" err="1">
                          <a:solidFill>
                            <a:srgbClr val="1B222B"/>
                          </a:solidFill>
                          <a:latin typeface="Arial" pitchFamily="34" charset="0"/>
                          <a:ea typeface="Arial" pitchFamily="34" charset="-122"/>
                          <a:cs typeface="Arial" pitchFamily="34" charset="-120"/>
                        </a:rPr>
                        <a:t>ライブラリ</a:t>
                      </a:r>
                      <a:r>
                        <a:rPr lang="en-US" sz="1800" dirty="0">
                          <a:solidFill>
                            <a:srgbClr val="1B222B"/>
                          </a:solidFill>
                          <a:latin typeface="Arial" pitchFamily="34" charset="0"/>
                          <a:ea typeface="Arial" pitchFamily="34" charset="-122"/>
                          <a:cs typeface="Arial" pitchFamily="34" charset="-120"/>
                        </a:rPr>
                        <a:t>(</a:t>
                      </a:r>
                      <a:r>
                        <a:rPr lang="ja-JP" altLang="ja-JP" dirty="0"/>
                        <a:t>PyTorch</a:t>
                      </a:r>
                      <a:r>
                        <a:rPr lang="en-US" sz="1800" dirty="0">
                          <a:solidFill>
                            <a:srgbClr val="1B222B"/>
                          </a:solidFill>
                          <a:latin typeface="Arial" pitchFamily="34" charset="0"/>
                          <a:ea typeface="Arial" pitchFamily="34" charset="-122"/>
                          <a:cs typeface="Arial" pitchFamily="34" charset="-120"/>
                        </a:rPr>
                        <a:t>)</a:t>
                      </a:r>
                      <a:r>
                        <a:rPr lang="en-US" sz="1800" dirty="0" err="1">
                          <a:solidFill>
                            <a:srgbClr val="1B222B"/>
                          </a:solidFill>
                          <a:latin typeface="Arial" pitchFamily="34" charset="0"/>
                          <a:ea typeface="Arial" pitchFamily="34" charset="-122"/>
                          <a:cs typeface="Arial" pitchFamily="34" charset="-120"/>
                        </a:rPr>
                        <a:t>のバージョンが混ざって壊れていた。AIのライブラリがRTX</a:t>
                      </a:r>
                      <a:r>
                        <a:rPr lang="en-US" sz="1800" dirty="0">
                          <a:solidFill>
                            <a:srgbClr val="1B222B"/>
                          </a:solidFill>
                          <a:latin typeface="Arial" pitchFamily="34" charset="0"/>
                          <a:ea typeface="Arial" pitchFamily="34" charset="-122"/>
                          <a:cs typeface="Arial" pitchFamily="34" charset="-120"/>
                        </a:rPr>
                        <a:t> 5070に対応しておらず、高速化ツール(TensorRT)もエラーを出さずに無効になっていた</a:t>
                      </a:r>
                      <a:r>
                        <a:rPr lang="ja-JP" altLang="en-US" sz="1800" dirty="0">
                          <a:solidFill>
                            <a:srgbClr val="1B22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62230" marR="62230" marT="62230" marB="6223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1074388">
                <a:tc>
                  <a:txBody>
                    <a:bodyPr/>
                    <a:lstStyle/>
                    <a:p>
                      <a:pPr marL="0" indent="0">
                        <a:lnSpc>
                          <a:spcPts val="1960"/>
                        </a:lnSpc>
                        <a:buNone/>
                      </a:pPr>
                      <a:r>
                        <a:rPr lang="en-US" sz="2000" dirty="0">
                          <a:solidFill>
                            <a:srgbClr val="1B222B"/>
                          </a:solidFill>
                          <a:latin typeface="Arial" pitchFamily="34" charset="0"/>
                          <a:ea typeface="Arial" pitchFamily="34" charset="-122"/>
                          <a:cs typeface="Arial" pitchFamily="34" charset="-120"/>
                        </a:rPr>
                        <a:t>画質が低い</a:t>
                      </a:r>
                      <a:endParaRPr lang="en-US" sz="2000" dirty="0">
                        <a:latin typeface="Arial" charset="0"/>
                        <a:ea typeface="Arial" charset="0"/>
                        <a:cs typeface="Arial" charset="0"/>
                      </a:endParaRPr>
                    </a:p>
                  </a:txBody>
                  <a:tcPr marL="62230" marR="62230" marT="62230" marB="62230">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960"/>
                        </a:lnSpc>
                        <a:buNone/>
                      </a:pPr>
                      <a:r>
                        <a:rPr lang="en-US" sz="1800" dirty="0" err="1">
                          <a:solidFill>
                            <a:srgbClr val="1B222B"/>
                          </a:solidFill>
                          <a:latin typeface="Arial" pitchFamily="34" charset="0"/>
                          <a:ea typeface="Arial" pitchFamily="34" charset="-122"/>
                          <a:cs typeface="Arial" pitchFamily="34" charset="-120"/>
                        </a:rPr>
                        <a:t>汎用のAIモデルへの</a:t>
                      </a:r>
                      <a:r>
                        <a:rPr lang="ja-JP" altLang="en-US" sz="1800" dirty="0">
                          <a:solidFill>
                            <a:srgbClr val="1B222B"/>
                          </a:solidFill>
                          <a:latin typeface="Arial" pitchFamily="34" charset="0"/>
                          <a:ea typeface="Arial" pitchFamily="34" charset="-122"/>
                          <a:cs typeface="Arial" pitchFamily="34" charset="-120"/>
                        </a:rPr>
                        <a:t>プロンプト</a:t>
                      </a:r>
                      <a:r>
                        <a:rPr lang="en-US" altLang="ja-JP" sz="1800" dirty="0">
                          <a:solidFill>
                            <a:srgbClr val="1B222B"/>
                          </a:solidFill>
                          <a:latin typeface="Arial" pitchFamily="34" charset="0"/>
                          <a:ea typeface="Arial" pitchFamily="34" charset="-122"/>
                          <a:cs typeface="Arial" pitchFamily="34" charset="-120"/>
                        </a:rPr>
                        <a:t>(</a:t>
                      </a:r>
                      <a:r>
                        <a:rPr lang="en-US" sz="1800" dirty="0" err="1">
                          <a:solidFill>
                            <a:srgbClr val="1B222B"/>
                          </a:solidFill>
                          <a:latin typeface="Arial" pitchFamily="34" charset="0"/>
                          <a:ea typeface="Arial" pitchFamily="34" charset="-122"/>
                          <a:cs typeface="Arial" pitchFamily="34" charset="-120"/>
                        </a:rPr>
                        <a:t>レンガの家、黒い屋根</a:t>
                      </a:r>
                      <a:r>
                        <a:rPr lang="en-US" sz="1800" dirty="0">
                          <a:solidFill>
                            <a:srgbClr val="1B222B"/>
                          </a:solidFill>
                          <a:latin typeface="Arial" pitchFamily="34" charset="0"/>
                          <a:ea typeface="Arial" pitchFamily="34" charset="-122"/>
                          <a:cs typeface="Arial" pitchFamily="34" charset="-120"/>
                        </a:rPr>
                        <a:t>)</a:t>
                      </a:r>
                      <a:r>
                        <a:rPr lang="ja-JP" altLang="en-US" sz="1800" dirty="0">
                          <a:solidFill>
                            <a:srgbClr val="1B222B"/>
                          </a:solidFill>
                          <a:latin typeface="Arial" pitchFamily="34" charset="0"/>
                          <a:ea typeface="Arial" pitchFamily="34" charset="-122"/>
                          <a:cs typeface="Arial" pitchFamily="34" charset="-120"/>
                        </a:rPr>
                        <a:t>を</a:t>
                      </a:r>
                      <a:r>
                        <a:rPr lang="en-US" sz="1800" dirty="0" err="1">
                          <a:solidFill>
                            <a:srgbClr val="1B222B"/>
                          </a:solidFill>
                          <a:latin typeface="Arial" pitchFamily="34" charset="0"/>
                          <a:ea typeface="Arial" pitchFamily="34" charset="-122"/>
                          <a:cs typeface="Arial" pitchFamily="34" charset="-120"/>
                        </a:rPr>
                        <a:t>実際の村</a:t>
                      </a:r>
                      <a:r>
                        <a:rPr lang="en-US" sz="1800" dirty="0">
                          <a:solidFill>
                            <a:srgbClr val="1B222B"/>
                          </a:solidFill>
                          <a:latin typeface="Arial" pitchFamily="34" charset="0"/>
                          <a:ea typeface="Arial" pitchFamily="34" charset="-122"/>
                          <a:cs typeface="Arial" pitchFamily="34" charset="-120"/>
                        </a:rPr>
                        <a:t>(</a:t>
                      </a:r>
                      <a:r>
                        <a:rPr lang="en-US" sz="1800" dirty="0" err="1">
                          <a:solidFill>
                            <a:srgbClr val="1B222B"/>
                          </a:solidFill>
                          <a:latin typeface="Arial" pitchFamily="34" charset="0"/>
                          <a:ea typeface="Arial" pitchFamily="34" charset="-122"/>
                          <a:cs typeface="Arial" pitchFamily="34" charset="-120"/>
                        </a:rPr>
                        <a:t>白い壁、わらぶき屋根</a:t>
                      </a:r>
                      <a:r>
                        <a:rPr lang="en-US" sz="1800" dirty="0">
                          <a:solidFill>
                            <a:srgbClr val="1B222B"/>
                          </a:solidFill>
                          <a:latin typeface="Arial" pitchFamily="34" charset="0"/>
                          <a:ea typeface="Arial" pitchFamily="34" charset="-122"/>
                          <a:cs typeface="Arial" pitchFamily="34" charset="-120"/>
                        </a:rPr>
                        <a:t>)</a:t>
                      </a:r>
                      <a:r>
                        <a:rPr lang="ja-JP" altLang="en-US" sz="1800" dirty="0">
                          <a:solidFill>
                            <a:srgbClr val="1B222B"/>
                          </a:solidFill>
                          <a:latin typeface="Arial" pitchFamily="34" charset="0"/>
                          <a:ea typeface="Arial" pitchFamily="34" charset="-122"/>
                          <a:cs typeface="Arial" pitchFamily="34" charset="-120"/>
                        </a:rPr>
                        <a:t>と異なる仕様にすることで、変化を分かりやすくしようとしていたことが裏目に出ることで品質が落ちていた。</a:t>
                      </a:r>
                      <a:endParaRPr lang="en-US" sz="1800" dirty="0">
                        <a:latin typeface="Arial" charset="0"/>
                        <a:ea typeface="Arial" charset="0"/>
                        <a:cs typeface="Arial" charset="0"/>
                      </a:endParaRPr>
                    </a:p>
                  </a:txBody>
                  <a:tcPr marL="62230" marR="62230" marT="62230" marB="6223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1130328">
                <a:tc>
                  <a:txBody>
                    <a:bodyPr/>
                    <a:lstStyle/>
                    <a:p>
                      <a:pPr marL="0" indent="0">
                        <a:lnSpc>
                          <a:spcPts val="1960"/>
                        </a:lnSpc>
                        <a:buNone/>
                      </a:pPr>
                      <a:r>
                        <a:rPr lang="en-US" sz="2000" dirty="0">
                          <a:solidFill>
                            <a:srgbClr val="1B222B"/>
                          </a:solidFill>
                          <a:latin typeface="Arial" pitchFamily="34" charset="0"/>
                          <a:ea typeface="Arial" pitchFamily="34" charset="-122"/>
                          <a:cs typeface="Arial" pitchFamily="34" charset="-120"/>
                        </a:rPr>
                        <a:t>模様のちらつき</a:t>
                      </a:r>
                    </a:p>
                  </a:txBody>
                  <a:tcPr marL="62230" marR="62230" marT="62230" marB="62230">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960"/>
                        </a:lnSpc>
                        <a:buNone/>
                      </a:pPr>
                      <a:r>
                        <a:rPr lang="en-US" sz="1800" dirty="0">
                          <a:solidFill>
                            <a:srgbClr val="1B222B"/>
                          </a:solidFill>
                          <a:latin typeface="Arial" pitchFamily="34" charset="0"/>
                          <a:ea typeface="Arial" pitchFamily="34" charset="-122"/>
                          <a:cs typeface="Arial" pitchFamily="34" charset="-120"/>
                        </a:rPr>
                        <a:t>AIは毎フレームを1枚ずつ描き直し、前に描いた模様を覚えていない。描くもとになるノイズも画面に固定されていた</a:t>
                      </a:r>
                      <a:r>
                        <a:rPr lang="ja-JP" altLang="en-US" sz="1800" dirty="0">
                          <a:solidFill>
                            <a:srgbClr val="1B22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62230" marR="62230" marT="62230" marB="6223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603504"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解決 1 / 遅れ</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環境を作り直し、高速化ツールを最新GPUに対応</a:t>
            </a:r>
            <a:endParaRPr lang="en-US" sz="3200" dirty="0"/>
          </a:p>
        </p:txBody>
      </p:sp>
      <p:sp>
        <p:nvSpPr>
          <p:cNvPr id="4" name="Shape 2"/>
          <p:cNvSpPr/>
          <p:nvPr/>
        </p:nvSpPr>
        <p:spPr>
          <a:xfrm>
            <a:off x="812800" y="1917601"/>
            <a:ext cx="5181600" cy="1447701"/>
          </a:xfrm>
          <a:prstGeom prst="roundRect">
            <a:avLst>
              <a:gd name="adj" fmla="val 7018"/>
            </a:avLst>
          </a:prstGeom>
          <a:solidFill>
            <a:srgbClr val="1B222B"/>
          </a:solidFill>
          <a:ln/>
        </p:spPr>
        <p:txBody>
          <a:bodyPr/>
          <a:lstStyle/>
          <a:p>
            <a:endParaRPr lang="ja-JP" altLang="en-US"/>
          </a:p>
        </p:txBody>
      </p:sp>
      <p:sp>
        <p:nvSpPr>
          <p:cNvPr id="5" name="Text 3"/>
          <p:cNvSpPr/>
          <p:nvPr/>
        </p:nvSpPr>
        <p:spPr>
          <a:xfrm>
            <a:off x="1066800" y="217160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7D1"/>
                </a:solidFill>
                <a:latin typeface="Arial" pitchFamily="34" charset="0"/>
                <a:ea typeface="Arial" pitchFamily="34" charset="-122"/>
                <a:cs typeface="Arial" pitchFamily="34" charset="-120"/>
              </a:rPr>
              <a:t>操作から表示までの遅れ</a:t>
            </a:r>
            <a:endParaRPr lang="en-US" sz="1400" dirty="0"/>
          </a:p>
        </p:txBody>
      </p:sp>
      <p:sp>
        <p:nvSpPr>
          <p:cNvPr id="6" name="Text 4"/>
          <p:cNvSpPr/>
          <p:nvPr/>
        </p:nvSpPr>
        <p:spPr>
          <a:xfrm>
            <a:off x="1066800" y="2496641"/>
            <a:ext cx="481380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EEF1F4"/>
                </a:solidFill>
                <a:latin typeface="Courier New" pitchFamily="49" charset="0"/>
                <a:ea typeface="Courier New" pitchFamily="49" charset="-122"/>
                <a:cs typeface="Courier New" pitchFamily="49" charset="-120"/>
              </a:rPr>
              <a:t>3秒 → </a:t>
            </a:r>
            <a:r>
              <a:rPr lang="en-US" sz="4400" b="1" dirty="0">
                <a:solidFill>
                  <a:srgbClr val="E0A443"/>
                </a:solidFill>
                <a:latin typeface="Courier New" pitchFamily="49" charset="0"/>
                <a:ea typeface="Courier New" pitchFamily="49" charset="-122"/>
                <a:cs typeface="Courier New" pitchFamily="49" charset="-120"/>
              </a:rPr>
              <a:t>0.2秒</a:t>
            </a:r>
            <a:endParaRPr lang="en-US" sz="4400" dirty="0"/>
          </a:p>
        </p:txBody>
      </p:sp>
      <p:sp>
        <p:nvSpPr>
          <p:cNvPr id="7" name="Shape 5"/>
          <p:cNvSpPr/>
          <p:nvPr/>
        </p:nvSpPr>
        <p:spPr>
          <a:xfrm>
            <a:off x="6197600" y="1917601"/>
            <a:ext cx="5181600" cy="1447701"/>
          </a:xfrm>
          <a:prstGeom prst="roundRect">
            <a:avLst>
              <a:gd name="adj" fmla="val 7018"/>
            </a:avLst>
          </a:prstGeom>
          <a:solidFill>
            <a:srgbClr val="1B222B"/>
          </a:solidFill>
          <a:ln/>
        </p:spPr>
        <p:txBody>
          <a:bodyPr/>
          <a:lstStyle/>
          <a:p>
            <a:endParaRPr lang="ja-JP" altLang="en-US"/>
          </a:p>
        </p:txBody>
      </p:sp>
      <p:sp>
        <p:nvSpPr>
          <p:cNvPr id="8" name="Text 6"/>
          <p:cNvSpPr/>
          <p:nvPr/>
        </p:nvSpPr>
        <p:spPr>
          <a:xfrm>
            <a:off x="6451600" y="217160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7D1"/>
                </a:solidFill>
                <a:latin typeface="Arial" pitchFamily="34" charset="0"/>
                <a:ea typeface="Arial" pitchFamily="34" charset="-122"/>
                <a:cs typeface="Arial" pitchFamily="34" charset="-120"/>
              </a:rPr>
              <a:t>AIの処理時間(1枚あたり)</a:t>
            </a:r>
            <a:endParaRPr lang="en-US" sz="1400" dirty="0"/>
          </a:p>
        </p:txBody>
      </p:sp>
      <p:sp>
        <p:nvSpPr>
          <p:cNvPr id="9" name="Text 7"/>
          <p:cNvSpPr/>
          <p:nvPr/>
        </p:nvSpPr>
        <p:spPr>
          <a:xfrm>
            <a:off x="6451600" y="2496641"/>
            <a:ext cx="481380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EEF1F4"/>
                </a:solidFill>
                <a:latin typeface="Courier New" pitchFamily="49" charset="0"/>
                <a:ea typeface="Courier New" pitchFamily="49" charset="-122"/>
                <a:cs typeface="Courier New" pitchFamily="49" charset="-120"/>
              </a:rPr>
              <a:t>94.7 → </a:t>
            </a:r>
            <a:r>
              <a:rPr lang="en-US" sz="4400" b="1" dirty="0">
                <a:solidFill>
                  <a:srgbClr val="E0A443"/>
                </a:solidFill>
                <a:latin typeface="Courier New" pitchFamily="49" charset="0"/>
                <a:ea typeface="Courier New" pitchFamily="49" charset="-122"/>
                <a:cs typeface="Courier New" pitchFamily="49" charset="-120"/>
              </a:rPr>
              <a:t>48.1ms</a:t>
            </a:r>
            <a:endParaRPr lang="en-US" sz="4400" dirty="0"/>
          </a:p>
        </p:txBody>
      </p:sp>
      <p:sp>
        <p:nvSpPr>
          <p:cNvPr id="10" name="Text 8"/>
          <p:cNvSpPr/>
          <p:nvPr/>
        </p:nvSpPr>
        <p:spPr>
          <a:xfrm>
            <a:off x="812800" y="3670102"/>
            <a:ext cx="5337048" cy="284460"/>
          </a:xfrm>
          <a:prstGeom prst="rect">
            <a:avLst/>
          </a:prstGeom>
          <a:noFill/>
          <a:ln/>
        </p:spPr>
        <p:txBody>
          <a:bodyPr wrap="square" lIns="0" tIns="0" rIns="0" bIns="0" rtlCol="0" anchor="t">
            <a:normAutofit/>
          </a:bodyPr>
          <a:lstStyle/>
          <a:p>
            <a:pPr marL="0" indent="0" algn="l">
              <a:lnSpc>
                <a:spcPts val="2040"/>
              </a:lnSpc>
              <a:buNone/>
            </a:pPr>
            <a:r>
              <a:rPr lang="en-US" sz="2000" b="1" dirty="0">
                <a:solidFill>
                  <a:srgbClr val="1B222B"/>
                </a:solidFill>
                <a:latin typeface="Arial" pitchFamily="34" charset="0"/>
                <a:ea typeface="Arial" pitchFamily="34" charset="-122"/>
                <a:cs typeface="Arial" pitchFamily="34" charset="-120"/>
              </a:rPr>
              <a:t>壊れた環境を一から作り直す</a:t>
            </a:r>
            <a:endParaRPr lang="en-US" sz="2000" dirty="0"/>
          </a:p>
        </p:txBody>
      </p:sp>
      <p:sp>
        <p:nvSpPr>
          <p:cNvPr id="11" name="Text 9"/>
          <p:cNvSpPr/>
          <p:nvPr/>
        </p:nvSpPr>
        <p:spPr>
          <a:xfrm>
            <a:off x="812800" y="4102945"/>
            <a:ext cx="5337048" cy="749598"/>
          </a:xfrm>
          <a:prstGeom prst="rect">
            <a:avLst/>
          </a:prstGeom>
          <a:noFill/>
          <a:ln/>
        </p:spPr>
        <p:txBody>
          <a:bodyPr wrap="square" lIns="0" tIns="0" rIns="0" bIns="0" rtlCol="0" anchor="t">
            <a:noAutofit/>
          </a:bodyPr>
          <a:lstStyle/>
          <a:p>
            <a:pPr marL="0" indent="0" algn="l">
              <a:lnSpc>
                <a:spcPts val="2100"/>
              </a:lnSpc>
              <a:buNone/>
            </a:pPr>
            <a:r>
              <a:rPr lang="en-US" dirty="0">
                <a:solidFill>
                  <a:srgbClr val="4A5563"/>
                </a:solidFill>
                <a:latin typeface="Arial" pitchFamily="34" charset="0"/>
                <a:ea typeface="Arial" pitchFamily="34" charset="-122"/>
                <a:cs typeface="Arial" pitchFamily="34" charset="-120"/>
              </a:rPr>
              <a:t>RTX 5070に対応したAIライブラリで、必要なものだけを入れ直した</a:t>
            </a:r>
            <a:r>
              <a:rPr lang="ja-JP" altLang="en-US" dirty="0">
                <a:solidFill>
                  <a:srgbClr val="4A5563"/>
                </a:solidFill>
                <a:latin typeface="Arial" pitchFamily="34" charset="0"/>
                <a:ea typeface="Arial" pitchFamily="34" charset="-122"/>
                <a:cs typeface="Arial" pitchFamily="34" charset="-120"/>
              </a:rPr>
              <a:t>。</a:t>
            </a:r>
            <a:endParaRPr lang="en-US" dirty="0"/>
          </a:p>
        </p:txBody>
      </p:sp>
      <p:sp>
        <p:nvSpPr>
          <p:cNvPr id="12" name="Text 10"/>
          <p:cNvSpPr/>
          <p:nvPr/>
        </p:nvSpPr>
        <p:spPr>
          <a:xfrm>
            <a:off x="6197600" y="3670102"/>
            <a:ext cx="5337048" cy="284460"/>
          </a:xfrm>
          <a:prstGeom prst="rect">
            <a:avLst/>
          </a:prstGeom>
          <a:noFill/>
          <a:ln/>
        </p:spPr>
        <p:txBody>
          <a:bodyPr wrap="square" lIns="0" tIns="0" rIns="0" bIns="0" rtlCol="0" anchor="t">
            <a:normAutofit/>
          </a:bodyPr>
          <a:lstStyle/>
          <a:p>
            <a:pPr marL="0" indent="0" algn="l">
              <a:lnSpc>
                <a:spcPts val="2040"/>
              </a:lnSpc>
              <a:buNone/>
            </a:pPr>
            <a:r>
              <a:rPr lang="en-US" sz="2000" b="1" dirty="0">
                <a:solidFill>
                  <a:srgbClr val="1B222B"/>
                </a:solidFill>
                <a:latin typeface="Arial" pitchFamily="34" charset="0"/>
                <a:ea typeface="Arial" pitchFamily="34" charset="-122"/>
                <a:cs typeface="Arial" pitchFamily="34" charset="-120"/>
              </a:rPr>
              <a:t>TensorRTをRTX 50シリーズに対応</a:t>
            </a:r>
            <a:endParaRPr lang="en-US" sz="2000" dirty="0"/>
          </a:p>
        </p:txBody>
      </p:sp>
      <p:sp>
        <p:nvSpPr>
          <p:cNvPr id="13" name="Text 11"/>
          <p:cNvSpPr/>
          <p:nvPr/>
        </p:nvSpPr>
        <p:spPr>
          <a:xfrm>
            <a:off x="6149848" y="4102945"/>
            <a:ext cx="5337048" cy="872581"/>
          </a:xfrm>
          <a:prstGeom prst="rect">
            <a:avLst/>
          </a:prstGeom>
          <a:noFill/>
          <a:ln/>
        </p:spPr>
        <p:txBody>
          <a:bodyPr wrap="square" lIns="0" tIns="0" rIns="0" bIns="0" rtlCol="0" anchor="t">
            <a:noAutofit/>
          </a:bodyPr>
          <a:lstStyle/>
          <a:p>
            <a:pPr marL="0" indent="0" algn="l">
              <a:lnSpc>
                <a:spcPts val="2100"/>
              </a:lnSpc>
              <a:buNone/>
            </a:pPr>
            <a:r>
              <a:rPr lang="en-US" dirty="0">
                <a:solidFill>
                  <a:srgbClr val="4A5563"/>
                </a:solidFill>
                <a:latin typeface="Arial" pitchFamily="34" charset="0"/>
                <a:ea typeface="Arial" pitchFamily="34" charset="-122"/>
                <a:cs typeface="Arial" pitchFamily="34" charset="-120"/>
              </a:rPr>
              <a:t>古い</a:t>
            </a:r>
            <a:r>
              <a:rPr lang="ja-JP" altLang="en-US" dirty="0">
                <a:solidFill>
                  <a:srgbClr val="4A5563"/>
                </a:solidFill>
                <a:latin typeface="Arial" pitchFamily="34" charset="0"/>
                <a:ea typeface="Arial" pitchFamily="34" charset="-122"/>
                <a:cs typeface="Arial" pitchFamily="34" charset="-120"/>
              </a:rPr>
              <a:t>バージョン</a:t>
            </a:r>
            <a:r>
              <a:rPr lang="en-US" dirty="0" err="1">
                <a:solidFill>
                  <a:srgbClr val="4A5563"/>
                </a:solidFill>
                <a:latin typeface="Arial" pitchFamily="34" charset="0"/>
                <a:ea typeface="Arial" pitchFamily="34" charset="-122"/>
                <a:cs typeface="Arial" pitchFamily="34" charset="-120"/>
              </a:rPr>
              <a:t>向けだったコードを、新しい</a:t>
            </a:r>
            <a:r>
              <a:rPr lang="ja-JP" altLang="en-US" dirty="0">
                <a:solidFill>
                  <a:srgbClr val="4A5563"/>
                </a:solidFill>
                <a:latin typeface="Arial" pitchFamily="34" charset="0"/>
                <a:ea typeface="Arial" pitchFamily="34" charset="-122"/>
                <a:cs typeface="Arial" pitchFamily="34" charset="-120"/>
              </a:rPr>
              <a:t>バージョン</a:t>
            </a:r>
            <a:r>
              <a:rPr lang="en-US" dirty="0">
                <a:solidFill>
                  <a:srgbClr val="4A5563"/>
                </a:solidFill>
                <a:latin typeface="Arial" pitchFamily="34" charset="0"/>
                <a:ea typeface="Arial" pitchFamily="34" charset="-122"/>
                <a:cs typeface="Arial" pitchFamily="34" charset="-120"/>
              </a:rPr>
              <a:t>で</a:t>
            </a:r>
            <a:r>
              <a:rPr lang="ja-JP" altLang="en-US" dirty="0">
                <a:solidFill>
                  <a:srgbClr val="4A5563"/>
                </a:solidFill>
                <a:latin typeface="Arial" pitchFamily="34" charset="0"/>
                <a:ea typeface="Arial" pitchFamily="34" charset="-122"/>
                <a:cs typeface="Arial" pitchFamily="34" charset="-120"/>
              </a:rPr>
              <a:t>、</a:t>
            </a:r>
            <a:r>
              <a:rPr lang="en-US" dirty="0" err="1">
                <a:solidFill>
                  <a:srgbClr val="4A5563"/>
                </a:solidFill>
                <a:latin typeface="Arial" pitchFamily="34" charset="0"/>
                <a:ea typeface="Arial" pitchFamily="34" charset="-122"/>
                <a:cs typeface="Arial" pitchFamily="34" charset="-120"/>
              </a:rPr>
              <a:t>書き直した。出力の画像は変わらない</a:t>
            </a:r>
            <a:r>
              <a:rPr lang="ja-JP" altLang="en-US" dirty="0">
                <a:solidFill>
                  <a:srgbClr val="4A5563"/>
                </a:solidFill>
                <a:latin typeface="Arial" pitchFamily="34" charset="0"/>
                <a:ea typeface="Arial" pitchFamily="34" charset="-122"/>
                <a:cs typeface="Arial" pitchFamily="34" charset="-120"/>
              </a:rPr>
              <a:t>。</a:t>
            </a:r>
            <a:endParaRPr lang="en-US" dirty="0"/>
          </a:p>
        </p:txBody>
      </p:sp>
      <p:sp>
        <p:nvSpPr>
          <p:cNvPr id="14" name="Text 12"/>
          <p:cNvSpPr/>
          <p:nvPr/>
        </p:nvSpPr>
        <p:spPr>
          <a:xfrm>
            <a:off x="812800" y="61189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84200" y="793997"/>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解決 2 / 画質</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写実的なモデルと、シーンに合った指示文</a:t>
            </a:r>
            <a:endParaRPr lang="en-US" sz="3200" dirty="0"/>
          </a:p>
        </p:txBody>
      </p:sp>
      <p:sp>
        <p:nvSpPr>
          <p:cNvPr id="4" name="Shape 2"/>
          <p:cNvSpPr/>
          <p:nvPr/>
        </p:nvSpPr>
        <p:spPr>
          <a:xfrm>
            <a:off x="812800" y="1866801"/>
            <a:ext cx="7366000" cy="3771900"/>
          </a:xfrm>
          <a:prstGeom prst="roundRect">
            <a:avLst>
              <a:gd name="adj" fmla="val 2020"/>
            </a:avLst>
          </a:prstGeom>
          <a:solidFill>
            <a:srgbClr val="FCFCFD"/>
          </a:solidFill>
          <a:ln/>
        </p:spPr>
        <p:txBody>
          <a:bodyPr/>
          <a:lstStyle/>
          <a:p>
            <a:endParaRPr lang="ja-JP" altLang="en-US"/>
          </a:p>
        </p:txBody>
      </p:sp>
      <p:pic>
        <p:nvPicPr>
          <p:cNvPr id="5" name="Image 0" descr="左端がUnityの映像、右の3列がAIモデルごとの出力。上段は古い指示文、下段はシーンに合わせた指示文"/>
          <p:cNvPicPr>
            <a:picLocks noChangeAspect="1"/>
          </p:cNvPicPr>
          <p:nvPr/>
        </p:nvPicPr>
        <p:blipFill>
          <a:blip r:embed="rId3"/>
          <a:srcRect t="-26" b="-26"/>
          <a:stretch/>
        </p:blipFill>
        <p:spPr>
          <a:xfrm>
            <a:off x="812800" y="1866801"/>
            <a:ext cx="7366000" cy="3771900"/>
          </a:xfrm>
          <a:prstGeom prst="roundRect">
            <a:avLst>
              <a:gd name="adj" fmla="val 2020"/>
            </a:avLst>
          </a:prstGeom>
        </p:spPr>
      </p:pic>
      <p:sp>
        <p:nvSpPr>
          <p:cNvPr id="6" name="Text 3"/>
          <p:cNvSpPr/>
          <p:nvPr/>
        </p:nvSpPr>
        <p:spPr>
          <a:xfrm>
            <a:off x="8432800" y="1837879"/>
            <a:ext cx="3034792" cy="269180"/>
          </a:xfrm>
          <a:prstGeom prst="rect">
            <a:avLst/>
          </a:prstGeom>
          <a:noFill/>
          <a:ln/>
        </p:spPr>
        <p:txBody>
          <a:bodyPr wrap="square" lIns="0" tIns="0" rIns="0" bIns="0" rtlCol="0" anchor="t">
            <a:normAutofit/>
          </a:bodyPr>
          <a:lstStyle/>
          <a:p>
            <a:pPr marL="0" indent="0" algn="l">
              <a:lnSpc>
                <a:spcPts val="1920"/>
              </a:lnSpc>
              <a:buNone/>
            </a:pPr>
            <a:r>
              <a:rPr lang="en-US" sz="2400" b="1" dirty="0">
                <a:solidFill>
                  <a:srgbClr val="1B222B"/>
                </a:solidFill>
                <a:latin typeface="Arial" pitchFamily="34" charset="0"/>
                <a:ea typeface="Arial" pitchFamily="34" charset="-122"/>
                <a:cs typeface="Arial" pitchFamily="34" charset="-120"/>
              </a:rPr>
              <a:t>モデルを比較</a:t>
            </a:r>
            <a:endParaRPr lang="en-US" sz="2400" dirty="0"/>
          </a:p>
        </p:txBody>
      </p:sp>
      <p:sp>
        <p:nvSpPr>
          <p:cNvPr id="7" name="Text 4"/>
          <p:cNvSpPr/>
          <p:nvPr/>
        </p:nvSpPr>
        <p:spPr>
          <a:xfrm>
            <a:off x="8432800" y="2161380"/>
            <a:ext cx="3034792" cy="777677"/>
          </a:xfrm>
          <a:prstGeom prst="rect">
            <a:avLst/>
          </a:prstGeom>
          <a:noFill/>
          <a:ln/>
        </p:spPr>
        <p:txBody>
          <a:bodyPr wrap="square" lIns="0" tIns="0" rIns="0" bIns="0" rtlCol="0" anchor="t">
            <a:noAutofit/>
          </a:bodyPr>
          <a:lstStyle/>
          <a:p>
            <a:pPr marL="0" indent="0" algn="l">
              <a:lnSpc>
                <a:spcPts val="1950"/>
              </a:lnSpc>
              <a:buNone/>
            </a:pPr>
            <a:r>
              <a:rPr lang="en-US" sz="2000" dirty="0">
                <a:solidFill>
                  <a:srgbClr val="4A5563"/>
                </a:solidFill>
                <a:latin typeface="Arial" pitchFamily="34" charset="0"/>
                <a:ea typeface="Arial" pitchFamily="34" charset="-122"/>
                <a:cs typeface="Arial" pitchFamily="34" charset="-120"/>
              </a:rPr>
              <a:t>3つのモデルを同じ映像で比べ、写実系のモデルに変更。速度は同じ</a:t>
            </a:r>
            <a:r>
              <a:rPr lang="ja-JP" altLang="en-US" sz="2000" dirty="0">
                <a:solidFill>
                  <a:srgbClr val="4A5563"/>
                </a:solidFill>
                <a:latin typeface="Arial" pitchFamily="34" charset="0"/>
                <a:ea typeface="Arial" pitchFamily="34" charset="-122"/>
                <a:cs typeface="Arial" pitchFamily="34" charset="-120"/>
              </a:rPr>
              <a:t>。</a:t>
            </a:r>
            <a:endParaRPr lang="en-US" sz="2000" dirty="0"/>
          </a:p>
        </p:txBody>
      </p:sp>
      <p:sp>
        <p:nvSpPr>
          <p:cNvPr id="8" name="Text 5"/>
          <p:cNvSpPr/>
          <p:nvPr/>
        </p:nvSpPr>
        <p:spPr>
          <a:xfrm>
            <a:off x="8432800" y="3982939"/>
            <a:ext cx="3194518" cy="269180"/>
          </a:xfrm>
          <a:prstGeom prst="rect">
            <a:avLst/>
          </a:prstGeom>
          <a:noFill/>
          <a:ln/>
        </p:spPr>
        <p:txBody>
          <a:bodyPr wrap="square" lIns="0" tIns="0" rIns="0" bIns="0" rtlCol="0" anchor="t">
            <a:noAutofit/>
          </a:bodyPr>
          <a:lstStyle/>
          <a:p>
            <a:pPr marL="0" indent="0" algn="l">
              <a:lnSpc>
                <a:spcPts val="1920"/>
              </a:lnSpc>
              <a:buNone/>
            </a:pPr>
            <a:r>
              <a:rPr lang="en-US" sz="2400" b="1" dirty="0">
                <a:solidFill>
                  <a:srgbClr val="1B222B"/>
                </a:solidFill>
                <a:latin typeface="Arial" pitchFamily="34" charset="0"/>
                <a:ea typeface="Arial" pitchFamily="34" charset="-122"/>
                <a:cs typeface="Arial" pitchFamily="34" charset="-120"/>
              </a:rPr>
              <a:t>指示文を村に合わせる</a:t>
            </a:r>
            <a:endParaRPr lang="en-US" sz="2400" dirty="0"/>
          </a:p>
        </p:txBody>
      </p:sp>
      <p:sp>
        <p:nvSpPr>
          <p:cNvPr id="9" name="Text 6"/>
          <p:cNvSpPr/>
          <p:nvPr/>
        </p:nvSpPr>
        <p:spPr>
          <a:xfrm>
            <a:off x="8432800" y="4252119"/>
            <a:ext cx="3034792" cy="942280"/>
          </a:xfrm>
          <a:prstGeom prst="rect">
            <a:avLst/>
          </a:prstGeom>
          <a:noFill/>
          <a:ln/>
        </p:spPr>
        <p:txBody>
          <a:bodyPr wrap="square" lIns="0" tIns="0" rIns="0" bIns="0" rtlCol="0" anchor="t">
            <a:noAutofit/>
          </a:bodyPr>
          <a:lstStyle/>
          <a:p>
            <a:pPr marL="0" indent="0" algn="l">
              <a:lnSpc>
                <a:spcPts val="1950"/>
              </a:lnSpc>
              <a:buNone/>
            </a:pPr>
            <a:r>
              <a:rPr lang="en-US" sz="2000" dirty="0">
                <a:solidFill>
                  <a:srgbClr val="4A5563"/>
                </a:solidFill>
                <a:latin typeface="Arial" pitchFamily="34" charset="0"/>
                <a:ea typeface="Arial" pitchFamily="34" charset="-122"/>
                <a:cs typeface="Arial" pitchFamily="34" charset="-120"/>
              </a:rPr>
              <a:t>上段(古い</a:t>
            </a:r>
            <a:r>
              <a:rPr lang="ja-JP" altLang="en-US" sz="2000" dirty="0">
                <a:solidFill>
                  <a:srgbClr val="4A5563"/>
                </a:solidFill>
                <a:latin typeface="Arial" pitchFamily="34" charset="0"/>
                <a:ea typeface="Arial" pitchFamily="34" charset="-122"/>
                <a:cs typeface="Arial" pitchFamily="34" charset="-120"/>
              </a:rPr>
              <a:t>プロンプト</a:t>
            </a:r>
            <a:r>
              <a:rPr lang="en-US" sz="2000" dirty="0">
                <a:solidFill>
                  <a:srgbClr val="4A5563"/>
                </a:solidFill>
                <a:latin typeface="Arial" pitchFamily="34" charset="0"/>
                <a:ea typeface="Arial" pitchFamily="34" charset="-122"/>
                <a:cs typeface="Arial" pitchFamily="34" charset="-120"/>
              </a:rPr>
              <a:t>)は奥の家並みが畑に変わる。下段は建物の配置が残る</a:t>
            </a:r>
            <a:r>
              <a:rPr lang="ja-JP" altLang="en-US" sz="2000" dirty="0">
                <a:solidFill>
                  <a:srgbClr val="4A5563"/>
                </a:solidFill>
                <a:latin typeface="Arial" pitchFamily="34" charset="0"/>
                <a:ea typeface="Arial" pitchFamily="34" charset="-122"/>
                <a:cs typeface="Arial" pitchFamily="34" charset="-120"/>
              </a:rPr>
              <a:t>。</a:t>
            </a:r>
            <a:endParaRPr lang="en-US" sz="20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495808" y="851107"/>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解決 3 / ちらつき</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Unityの3D情報を使い、模様を景色に張り付ける</a:t>
            </a:r>
            <a:endParaRPr lang="en-US" sz="3200" dirty="0"/>
          </a:p>
        </p:txBody>
      </p:sp>
      <p:sp>
        <p:nvSpPr>
          <p:cNvPr id="4" name="Shape 2"/>
          <p:cNvSpPr/>
          <p:nvPr/>
        </p:nvSpPr>
        <p:spPr>
          <a:xfrm>
            <a:off x="812800" y="1892201"/>
            <a:ext cx="1907084" cy="1020961"/>
          </a:xfrm>
          <a:prstGeom prst="roundRect">
            <a:avLst>
              <a:gd name="adj" fmla="val 9951"/>
            </a:avLst>
          </a:prstGeom>
          <a:solidFill>
            <a:srgbClr val="1B222B"/>
          </a:solidFill>
          <a:ln/>
        </p:spPr>
        <p:txBody>
          <a:bodyPr/>
          <a:lstStyle/>
          <a:p>
            <a:endParaRPr lang="ja-JP" altLang="en-US"/>
          </a:p>
        </p:txBody>
      </p:sp>
      <p:sp>
        <p:nvSpPr>
          <p:cNvPr id="5" name="Text 3"/>
          <p:cNvSpPr/>
          <p:nvPr/>
        </p:nvSpPr>
        <p:spPr>
          <a:xfrm>
            <a:off x="965200" y="2044601"/>
            <a:ext cx="1653084" cy="238720"/>
          </a:xfrm>
          <a:prstGeom prst="rect">
            <a:avLst/>
          </a:prstGeom>
          <a:noFill/>
          <a:ln/>
        </p:spPr>
        <p:txBody>
          <a:bodyPr wrap="square" lIns="0" tIns="0" rIns="0" bIns="0" rtlCol="0" anchor="t">
            <a:normAutofit/>
          </a:bodyPr>
          <a:lstStyle/>
          <a:p>
            <a:pPr marL="0" indent="0" algn="l">
              <a:lnSpc>
                <a:spcPts val="1680"/>
              </a:lnSpc>
              <a:buNone/>
            </a:pPr>
            <a:r>
              <a:rPr lang="en-US" sz="1600" b="1" u="sng" dirty="0">
                <a:solidFill>
                  <a:srgbClr val="EEF1F4"/>
                </a:solidFill>
                <a:latin typeface="Arial" pitchFamily="34" charset="0"/>
                <a:ea typeface="Arial" pitchFamily="34" charset="-122"/>
                <a:cs typeface="Arial" pitchFamily="34" charset="-120"/>
              </a:rPr>
              <a:t>Unity</a:t>
            </a:r>
            <a:endParaRPr lang="en-US" sz="1600" u="sng" dirty="0"/>
          </a:p>
        </p:txBody>
      </p:sp>
      <p:sp>
        <p:nvSpPr>
          <p:cNvPr id="6" name="Text 4"/>
          <p:cNvSpPr/>
          <p:nvPr/>
        </p:nvSpPr>
        <p:spPr>
          <a:xfrm>
            <a:off x="965200" y="2308721"/>
            <a:ext cx="165308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FC7D1"/>
                </a:solidFill>
                <a:latin typeface="Arial" pitchFamily="34" charset="0"/>
                <a:ea typeface="Arial" pitchFamily="34" charset="-122"/>
                <a:cs typeface="Arial" pitchFamily="34" charset="-120"/>
              </a:rPr>
              <a:t>映像 + 深度 + カメラの位置と向き</a:t>
            </a:r>
            <a:endParaRPr lang="en-US" sz="1200" b="1" dirty="0"/>
          </a:p>
        </p:txBody>
      </p:sp>
      <p:pic>
        <p:nvPicPr>
          <p:cNvPr id="7" name="Image 0" descr="connector"/>
          <p:cNvPicPr>
            <a:picLocks noChangeAspect="1"/>
          </p:cNvPicPr>
          <p:nvPr/>
        </p:nvPicPr>
        <p:blipFill>
          <a:blip r:embed="rId3"/>
          <a:srcRect/>
          <a:stretch/>
        </p:blipFill>
        <p:spPr>
          <a:xfrm>
            <a:off x="2713534" y="2339181"/>
            <a:ext cx="469900" cy="127000"/>
          </a:xfrm>
          <a:prstGeom prst="rect">
            <a:avLst/>
          </a:prstGeom>
        </p:spPr>
      </p:pic>
      <p:sp>
        <p:nvSpPr>
          <p:cNvPr id="8" name="Shape 5"/>
          <p:cNvSpPr/>
          <p:nvPr/>
        </p:nvSpPr>
        <p:spPr>
          <a:xfrm>
            <a:off x="3183434" y="1898551"/>
            <a:ext cx="1774031" cy="1008261"/>
          </a:xfrm>
          <a:prstGeom prst="roundRect">
            <a:avLst>
              <a:gd name="adj" fmla="val 9447"/>
            </a:avLst>
          </a:prstGeom>
          <a:solidFill>
            <a:srgbClr val="FCFCFD"/>
          </a:solidFill>
          <a:ln w="12700">
            <a:solidFill>
              <a:srgbClr val="D5DBE2"/>
            </a:solidFill>
            <a:prstDash val="solid"/>
          </a:ln>
        </p:spPr>
        <p:txBody>
          <a:bodyPr/>
          <a:lstStyle/>
          <a:p>
            <a:endParaRPr lang="ja-JP" altLang="en-US"/>
          </a:p>
        </p:txBody>
      </p:sp>
      <p:sp>
        <p:nvSpPr>
          <p:cNvPr id="9" name="Text 6"/>
          <p:cNvSpPr/>
          <p:nvPr/>
        </p:nvSpPr>
        <p:spPr>
          <a:xfrm>
            <a:off x="3342184" y="2057301"/>
            <a:ext cx="1507331" cy="238720"/>
          </a:xfrm>
          <a:prstGeom prst="rect">
            <a:avLst/>
          </a:prstGeom>
          <a:noFill/>
          <a:ln/>
        </p:spPr>
        <p:txBody>
          <a:bodyPr wrap="square" lIns="0" tIns="0" rIns="0" bIns="0" rtlCol="0" anchor="t">
            <a:normAutofit/>
          </a:bodyPr>
          <a:lstStyle/>
          <a:p>
            <a:pPr marL="0" indent="0" algn="l">
              <a:lnSpc>
                <a:spcPts val="1680"/>
              </a:lnSpc>
              <a:buNone/>
            </a:pPr>
            <a:r>
              <a:rPr lang="en-US" sz="1600" b="1" u="sng" dirty="0">
                <a:solidFill>
                  <a:srgbClr val="1B222B"/>
                </a:solidFill>
                <a:latin typeface="Arial" pitchFamily="34" charset="0"/>
                <a:ea typeface="Arial" pitchFamily="34" charset="-122"/>
                <a:cs typeface="Arial" pitchFamily="34" charset="-120"/>
              </a:rPr>
              <a:t>動きを計算</a:t>
            </a:r>
            <a:endParaRPr lang="en-US" sz="1600" u="sng" dirty="0"/>
          </a:p>
        </p:txBody>
      </p:sp>
      <p:sp>
        <p:nvSpPr>
          <p:cNvPr id="10" name="Text 7"/>
          <p:cNvSpPr/>
          <p:nvPr/>
        </p:nvSpPr>
        <p:spPr>
          <a:xfrm>
            <a:off x="3342184" y="2321421"/>
            <a:ext cx="15073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3"/>
                </a:solidFill>
                <a:latin typeface="Arial" pitchFamily="34" charset="0"/>
                <a:ea typeface="Arial" pitchFamily="34" charset="-122"/>
                <a:cs typeface="Arial" pitchFamily="34" charset="-120"/>
              </a:rPr>
              <a:t>各点が何px動いたか</a:t>
            </a:r>
            <a:endParaRPr lang="en-US" sz="1200" b="1" dirty="0"/>
          </a:p>
        </p:txBody>
      </p:sp>
      <p:pic>
        <p:nvPicPr>
          <p:cNvPr id="11" name="Image 1" descr="connector"/>
          <p:cNvPicPr>
            <a:picLocks noChangeAspect="1"/>
          </p:cNvPicPr>
          <p:nvPr/>
        </p:nvPicPr>
        <p:blipFill>
          <a:blip r:embed="rId3"/>
          <a:srcRect/>
          <a:stretch/>
        </p:blipFill>
        <p:spPr>
          <a:xfrm>
            <a:off x="4957465" y="2339181"/>
            <a:ext cx="469900" cy="127000"/>
          </a:xfrm>
          <a:prstGeom prst="rect">
            <a:avLst/>
          </a:prstGeom>
        </p:spPr>
      </p:pic>
      <p:sp>
        <p:nvSpPr>
          <p:cNvPr id="12" name="Shape 8"/>
          <p:cNvSpPr/>
          <p:nvPr/>
        </p:nvSpPr>
        <p:spPr>
          <a:xfrm>
            <a:off x="5427365" y="1898551"/>
            <a:ext cx="1774130" cy="1008261"/>
          </a:xfrm>
          <a:prstGeom prst="roundRect">
            <a:avLst>
              <a:gd name="adj" fmla="val 9447"/>
            </a:avLst>
          </a:prstGeom>
          <a:solidFill>
            <a:srgbClr val="F5EAD7"/>
          </a:solidFill>
          <a:ln w="12700">
            <a:solidFill>
              <a:srgbClr val="D9B97E"/>
            </a:solidFill>
            <a:prstDash val="solid"/>
          </a:ln>
        </p:spPr>
        <p:txBody>
          <a:bodyPr/>
          <a:lstStyle/>
          <a:p>
            <a:endParaRPr lang="ja-JP" altLang="en-US"/>
          </a:p>
        </p:txBody>
      </p:sp>
      <p:sp>
        <p:nvSpPr>
          <p:cNvPr id="13" name="Text 9"/>
          <p:cNvSpPr/>
          <p:nvPr/>
        </p:nvSpPr>
        <p:spPr>
          <a:xfrm>
            <a:off x="5586115" y="2057301"/>
            <a:ext cx="1507430" cy="238720"/>
          </a:xfrm>
          <a:prstGeom prst="rect">
            <a:avLst/>
          </a:prstGeom>
          <a:noFill/>
          <a:ln/>
        </p:spPr>
        <p:txBody>
          <a:bodyPr wrap="square" lIns="0" tIns="0" rIns="0" bIns="0" rtlCol="0" anchor="t">
            <a:normAutofit/>
          </a:bodyPr>
          <a:lstStyle/>
          <a:p>
            <a:pPr marL="0" indent="0" algn="l">
              <a:lnSpc>
                <a:spcPts val="1680"/>
              </a:lnSpc>
              <a:buNone/>
            </a:pPr>
            <a:r>
              <a:rPr lang="en-US" sz="1600" b="1" u="sng" dirty="0">
                <a:solidFill>
                  <a:srgbClr val="1B222B"/>
                </a:solidFill>
                <a:latin typeface="Arial" pitchFamily="34" charset="0"/>
                <a:ea typeface="Arial" pitchFamily="34" charset="-122"/>
                <a:cs typeface="Arial" pitchFamily="34" charset="-120"/>
              </a:rPr>
              <a:t>ノイズを動かす</a:t>
            </a:r>
            <a:endParaRPr lang="en-US" sz="1600" u="sng" dirty="0"/>
          </a:p>
        </p:txBody>
      </p:sp>
      <p:sp>
        <p:nvSpPr>
          <p:cNvPr id="14" name="Text 10"/>
          <p:cNvSpPr/>
          <p:nvPr/>
        </p:nvSpPr>
        <p:spPr>
          <a:xfrm>
            <a:off x="5586115" y="2321421"/>
            <a:ext cx="150743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3"/>
                </a:solidFill>
                <a:latin typeface="Arial" pitchFamily="34" charset="0"/>
                <a:ea typeface="Arial" pitchFamily="34" charset="-122"/>
                <a:cs typeface="Arial" pitchFamily="34" charset="-120"/>
              </a:rPr>
              <a:t>景色と一緒に動かし、AIへ</a:t>
            </a:r>
            <a:endParaRPr lang="en-US" sz="1200" b="1" dirty="0"/>
          </a:p>
        </p:txBody>
      </p:sp>
      <p:pic>
        <p:nvPicPr>
          <p:cNvPr id="15" name="Image 2" descr="connector"/>
          <p:cNvPicPr>
            <a:picLocks noChangeAspect="1"/>
          </p:cNvPicPr>
          <p:nvPr/>
        </p:nvPicPr>
        <p:blipFill>
          <a:blip r:embed="rId3"/>
          <a:srcRect/>
          <a:stretch/>
        </p:blipFill>
        <p:spPr>
          <a:xfrm>
            <a:off x="7201495" y="2339181"/>
            <a:ext cx="469900" cy="127000"/>
          </a:xfrm>
          <a:prstGeom prst="rect">
            <a:avLst/>
          </a:prstGeom>
        </p:spPr>
      </p:pic>
      <p:sp>
        <p:nvSpPr>
          <p:cNvPr id="16" name="Shape 11"/>
          <p:cNvSpPr/>
          <p:nvPr/>
        </p:nvSpPr>
        <p:spPr>
          <a:xfrm>
            <a:off x="7671395" y="1898551"/>
            <a:ext cx="1774130" cy="1008261"/>
          </a:xfrm>
          <a:prstGeom prst="roundRect">
            <a:avLst>
              <a:gd name="adj" fmla="val 9447"/>
            </a:avLst>
          </a:prstGeom>
          <a:solidFill>
            <a:srgbClr val="F5EAD7"/>
          </a:solidFill>
          <a:ln w="12700">
            <a:solidFill>
              <a:srgbClr val="D9B97E"/>
            </a:solidFill>
            <a:prstDash val="solid"/>
          </a:ln>
        </p:spPr>
        <p:txBody>
          <a:bodyPr/>
          <a:lstStyle/>
          <a:p>
            <a:endParaRPr lang="ja-JP" altLang="en-US"/>
          </a:p>
        </p:txBody>
      </p:sp>
      <p:sp>
        <p:nvSpPr>
          <p:cNvPr id="17" name="Text 12"/>
          <p:cNvSpPr/>
          <p:nvPr/>
        </p:nvSpPr>
        <p:spPr>
          <a:xfrm>
            <a:off x="7830145" y="2057301"/>
            <a:ext cx="1507430" cy="238720"/>
          </a:xfrm>
          <a:prstGeom prst="rect">
            <a:avLst/>
          </a:prstGeom>
          <a:noFill/>
          <a:ln/>
        </p:spPr>
        <p:txBody>
          <a:bodyPr wrap="square" lIns="0" tIns="0" rIns="0" bIns="0" rtlCol="0" anchor="t">
            <a:normAutofit/>
          </a:bodyPr>
          <a:lstStyle/>
          <a:p>
            <a:pPr marL="0" indent="0" algn="l">
              <a:lnSpc>
                <a:spcPts val="1680"/>
              </a:lnSpc>
              <a:buNone/>
            </a:pPr>
            <a:r>
              <a:rPr lang="en-US" sz="1600" b="1" u="sng" dirty="0">
                <a:solidFill>
                  <a:srgbClr val="1B222B"/>
                </a:solidFill>
                <a:latin typeface="Arial" pitchFamily="34" charset="0"/>
                <a:ea typeface="Arial" pitchFamily="34" charset="-122"/>
                <a:cs typeface="Arial" pitchFamily="34" charset="-120"/>
              </a:rPr>
              <a:t>前と合成</a:t>
            </a:r>
            <a:endParaRPr lang="en-US" sz="1600" u="sng" dirty="0"/>
          </a:p>
        </p:txBody>
      </p:sp>
      <p:sp>
        <p:nvSpPr>
          <p:cNvPr id="18" name="Text 13"/>
          <p:cNvSpPr/>
          <p:nvPr/>
        </p:nvSpPr>
        <p:spPr>
          <a:xfrm>
            <a:off x="7830145" y="2321421"/>
            <a:ext cx="150743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3"/>
                </a:solidFill>
                <a:latin typeface="Arial" pitchFamily="34" charset="0"/>
                <a:ea typeface="Arial" pitchFamily="34" charset="-122"/>
                <a:cs typeface="Arial" pitchFamily="34" charset="-120"/>
              </a:rPr>
              <a:t>前の出力をずらして混ぜる</a:t>
            </a:r>
            <a:endParaRPr lang="en-US" sz="1200" b="1" dirty="0"/>
          </a:p>
        </p:txBody>
      </p:sp>
      <p:pic>
        <p:nvPicPr>
          <p:cNvPr id="19" name="Image 3" descr="connector"/>
          <p:cNvPicPr>
            <a:picLocks noChangeAspect="1"/>
          </p:cNvPicPr>
          <p:nvPr/>
        </p:nvPicPr>
        <p:blipFill>
          <a:blip r:embed="rId3"/>
          <a:srcRect/>
          <a:stretch/>
        </p:blipFill>
        <p:spPr>
          <a:xfrm>
            <a:off x="9445526" y="2339181"/>
            <a:ext cx="469900" cy="127000"/>
          </a:xfrm>
          <a:prstGeom prst="rect">
            <a:avLst/>
          </a:prstGeom>
        </p:spPr>
      </p:pic>
      <p:sp>
        <p:nvSpPr>
          <p:cNvPr id="20" name="Shape 14"/>
          <p:cNvSpPr/>
          <p:nvPr/>
        </p:nvSpPr>
        <p:spPr>
          <a:xfrm>
            <a:off x="9909076" y="1892201"/>
            <a:ext cx="1470124" cy="1020961"/>
          </a:xfrm>
          <a:prstGeom prst="roundRect">
            <a:avLst>
              <a:gd name="adj" fmla="val 9951"/>
            </a:avLst>
          </a:prstGeom>
          <a:solidFill>
            <a:srgbClr val="1B222B"/>
          </a:solidFill>
          <a:ln/>
        </p:spPr>
        <p:txBody>
          <a:bodyPr/>
          <a:lstStyle/>
          <a:p>
            <a:endParaRPr lang="ja-JP" altLang="en-US"/>
          </a:p>
        </p:txBody>
      </p:sp>
      <p:sp>
        <p:nvSpPr>
          <p:cNvPr id="21" name="Text 15"/>
          <p:cNvSpPr/>
          <p:nvPr/>
        </p:nvSpPr>
        <p:spPr>
          <a:xfrm>
            <a:off x="10061476" y="2044601"/>
            <a:ext cx="1216124" cy="238720"/>
          </a:xfrm>
          <a:prstGeom prst="rect">
            <a:avLst/>
          </a:prstGeom>
          <a:noFill/>
          <a:ln/>
        </p:spPr>
        <p:txBody>
          <a:bodyPr wrap="square" lIns="0" tIns="0" rIns="0" bIns="0" rtlCol="0" anchor="t">
            <a:normAutofit/>
          </a:bodyPr>
          <a:lstStyle/>
          <a:p>
            <a:pPr marL="0" indent="0" algn="l">
              <a:lnSpc>
                <a:spcPts val="1680"/>
              </a:lnSpc>
              <a:buNone/>
            </a:pPr>
            <a:r>
              <a:rPr lang="en-US" sz="1600" b="1" u="sng" dirty="0">
                <a:solidFill>
                  <a:srgbClr val="EEF1F4"/>
                </a:solidFill>
                <a:latin typeface="Arial" pitchFamily="34" charset="0"/>
                <a:ea typeface="Arial" pitchFamily="34" charset="-122"/>
                <a:cs typeface="Arial" pitchFamily="34" charset="-120"/>
              </a:rPr>
              <a:t>Unity</a:t>
            </a:r>
            <a:endParaRPr lang="en-US" sz="1600" u="sng" dirty="0"/>
          </a:p>
        </p:txBody>
      </p:sp>
      <p:sp>
        <p:nvSpPr>
          <p:cNvPr id="22" name="Text 16"/>
          <p:cNvSpPr/>
          <p:nvPr/>
        </p:nvSpPr>
        <p:spPr>
          <a:xfrm>
            <a:off x="10061476" y="2308721"/>
            <a:ext cx="1216124"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BFC7D1"/>
                </a:solidFill>
                <a:latin typeface="Arial" pitchFamily="34" charset="0"/>
                <a:ea typeface="Arial" pitchFamily="34" charset="-122"/>
                <a:cs typeface="Arial" pitchFamily="34" charset="-120"/>
              </a:rPr>
              <a:t>画面に表示</a:t>
            </a:r>
            <a:endParaRPr lang="en-US" sz="1400" dirty="0"/>
          </a:p>
        </p:txBody>
      </p:sp>
      <p:sp>
        <p:nvSpPr>
          <p:cNvPr id="23" name="Text 17"/>
          <p:cNvSpPr/>
          <p:nvPr/>
        </p:nvSpPr>
        <p:spPr>
          <a:xfrm>
            <a:off x="812800" y="3309726"/>
            <a:ext cx="10883392" cy="733225"/>
          </a:xfrm>
          <a:prstGeom prst="rect">
            <a:avLst/>
          </a:prstGeom>
          <a:noFill/>
          <a:ln/>
        </p:spPr>
        <p:txBody>
          <a:bodyPr wrap="square" lIns="0" tIns="0" rIns="0" bIns="0" rtlCol="0" anchor="t">
            <a:noAutofit/>
          </a:bodyPr>
          <a:lstStyle/>
          <a:p>
            <a:pPr marL="0" indent="0" algn="l">
              <a:lnSpc>
                <a:spcPts val="2250"/>
              </a:lnSpc>
              <a:buNone/>
            </a:pPr>
            <a:r>
              <a:rPr lang="en-US" sz="2000" dirty="0" err="1">
                <a:solidFill>
                  <a:srgbClr val="1B222B"/>
                </a:solidFill>
                <a:latin typeface="Arial" pitchFamily="34" charset="0"/>
                <a:ea typeface="Arial" pitchFamily="34" charset="-122"/>
                <a:cs typeface="Arial" pitchFamily="34" charset="-120"/>
              </a:rPr>
              <a:t>ノイズの移動は</a:t>
            </a:r>
            <a:r>
              <a:rPr lang="en-US" sz="2000" b="1" dirty="0" err="1">
                <a:solidFill>
                  <a:srgbClr val="1B222B"/>
                </a:solidFill>
                <a:latin typeface="Arial" pitchFamily="34" charset="0"/>
                <a:ea typeface="Arial" pitchFamily="34" charset="-122"/>
                <a:cs typeface="Arial" pitchFamily="34" charset="-120"/>
              </a:rPr>
              <a:t>ゆっくりした変化</a:t>
            </a:r>
            <a:r>
              <a:rPr lang="en-US" sz="2000" dirty="0" err="1">
                <a:solidFill>
                  <a:srgbClr val="1B222B"/>
                </a:solidFill>
                <a:latin typeface="Arial" pitchFamily="34" charset="0"/>
                <a:ea typeface="Arial" pitchFamily="34" charset="-122"/>
                <a:cs typeface="Arial" pitchFamily="34" charset="-120"/>
              </a:rPr>
              <a:t>を、合成は</a:t>
            </a:r>
            <a:r>
              <a:rPr lang="en-US" sz="2000" b="1" dirty="0" err="1">
                <a:solidFill>
                  <a:srgbClr val="1B222B"/>
                </a:solidFill>
                <a:latin typeface="Arial" pitchFamily="34" charset="0"/>
                <a:ea typeface="Arial" pitchFamily="34" charset="-122"/>
                <a:cs typeface="Arial" pitchFamily="34" charset="-120"/>
              </a:rPr>
              <a:t>隣り合うフレームの差</a:t>
            </a:r>
            <a:r>
              <a:rPr lang="en-US" sz="2000" dirty="0" err="1">
                <a:solidFill>
                  <a:srgbClr val="1B222B"/>
                </a:solidFill>
                <a:latin typeface="Arial" pitchFamily="34" charset="0"/>
                <a:ea typeface="Arial" pitchFamily="34" charset="-122"/>
                <a:cs typeface="Arial" pitchFamily="34" charset="-120"/>
              </a:rPr>
              <a:t>を抑える</a:t>
            </a:r>
            <a:r>
              <a:rPr lang="en-US" sz="2000" dirty="0">
                <a:solidFill>
                  <a:srgbClr val="1B222B"/>
                </a:solidFill>
                <a:latin typeface="Arial" pitchFamily="34" charset="0"/>
                <a:ea typeface="Arial" pitchFamily="34" charset="-122"/>
                <a:cs typeface="Arial" pitchFamily="34" charset="-120"/>
              </a:rPr>
              <a:t>。</a:t>
            </a:r>
          </a:p>
          <a:p>
            <a:pPr marL="0" indent="0" algn="l">
              <a:lnSpc>
                <a:spcPts val="2250"/>
              </a:lnSpc>
              <a:buNone/>
            </a:pPr>
            <a:r>
              <a:rPr lang="en-US" sz="2000" dirty="0" err="1">
                <a:solidFill>
                  <a:srgbClr val="1B222B"/>
                </a:solidFill>
                <a:latin typeface="Arial" pitchFamily="34" charset="0"/>
                <a:ea typeface="Arial" pitchFamily="34" charset="-122"/>
                <a:cs typeface="Arial" pitchFamily="34" charset="-120"/>
              </a:rPr>
              <a:t>両方で</a:t>
            </a:r>
            <a:r>
              <a:rPr lang="en-US" sz="2000" b="1" dirty="0" err="1">
                <a:solidFill>
                  <a:srgbClr val="1B222B"/>
                </a:solidFill>
                <a:latin typeface="Arial" pitchFamily="34" charset="0"/>
                <a:ea typeface="Arial" pitchFamily="34" charset="-122"/>
                <a:cs typeface="Arial" pitchFamily="34" charset="-120"/>
              </a:rPr>
              <a:t>ちらつき</a:t>
            </a:r>
            <a:r>
              <a:rPr lang="en-US" sz="2000" b="1" dirty="0">
                <a:solidFill>
                  <a:srgbClr val="1B222B"/>
                </a:solidFill>
                <a:latin typeface="Arial" pitchFamily="34" charset="0"/>
                <a:ea typeface="Arial" pitchFamily="34" charset="-122"/>
                <a:cs typeface="Arial" pitchFamily="34" charset="-120"/>
              </a:rPr>
              <a:t> −61%</a:t>
            </a:r>
            <a:endParaRPr lang="en-US" sz="2000" dirty="0"/>
          </a:p>
        </p:txBody>
      </p:sp>
      <p:sp>
        <p:nvSpPr>
          <p:cNvPr id="24" name="Text 18"/>
          <p:cNvSpPr/>
          <p:nvPr/>
        </p:nvSpPr>
        <p:spPr>
          <a:xfrm>
            <a:off x="812800" y="4372768"/>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dirty="0">
                <a:solidFill>
                  <a:srgbClr val="4A5563"/>
                </a:solidFill>
                <a:latin typeface="Arial" pitchFamily="34" charset="0"/>
                <a:ea typeface="Arial" pitchFamily="34" charset="-122"/>
                <a:cs typeface="Arial" pitchFamily="34" charset="-120"/>
              </a:rPr>
              <a:t>そのほかの改善</a:t>
            </a:r>
            <a:endParaRPr lang="en-US" sz="2000" dirty="0"/>
          </a:p>
        </p:txBody>
      </p:sp>
      <p:sp>
        <p:nvSpPr>
          <p:cNvPr id="25" name="Text 19"/>
          <p:cNvSpPr/>
          <p:nvPr/>
        </p:nvSpPr>
        <p:spPr>
          <a:xfrm>
            <a:off x="776097" y="4896396"/>
            <a:ext cx="3437434" cy="792920"/>
          </a:xfrm>
          <a:prstGeom prst="roundRect">
            <a:avLst>
              <a:gd name="adj" fmla="val 16577"/>
            </a:avLst>
          </a:prstGeom>
          <a:solidFill>
            <a:srgbClr val="E9ECF0"/>
          </a:solidFill>
          <a:ln/>
        </p:spPr>
        <p:txBody>
          <a:bodyPr wrap="square" lIns="130082" tIns="91982" rIns="36103" bIns="66582" rtlCol="0" anchor="t">
            <a:normAutofit/>
          </a:bodyPr>
          <a:lstStyle/>
          <a:p>
            <a:pPr marL="0" indent="0" algn="l">
              <a:lnSpc>
                <a:spcPts val="1820"/>
              </a:lnSpc>
              <a:buNone/>
            </a:pPr>
            <a:r>
              <a:rPr lang="en-US" sz="2000" dirty="0" err="1">
                <a:solidFill>
                  <a:srgbClr val="1B222B"/>
                </a:solidFill>
                <a:latin typeface="Arial" pitchFamily="34" charset="0"/>
                <a:ea typeface="Arial" pitchFamily="34" charset="-122"/>
                <a:cs typeface="Arial" pitchFamily="34" charset="-120"/>
              </a:rPr>
              <a:t>止まっていても画面が</a:t>
            </a:r>
            <a:endParaRPr lang="en-US" sz="2000" dirty="0">
              <a:solidFill>
                <a:srgbClr val="1B222B"/>
              </a:solidFill>
              <a:latin typeface="Arial" pitchFamily="34" charset="0"/>
              <a:ea typeface="Arial" pitchFamily="34" charset="-122"/>
              <a:cs typeface="Arial" pitchFamily="34" charset="-120"/>
            </a:endParaRPr>
          </a:p>
          <a:p>
            <a:pPr marL="0" indent="0" algn="l">
              <a:lnSpc>
                <a:spcPts val="1820"/>
              </a:lnSpc>
              <a:buNone/>
            </a:pPr>
            <a:r>
              <a:rPr lang="en-US" sz="2000" dirty="0" err="1">
                <a:solidFill>
                  <a:srgbClr val="1B222B"/>
                </a:solidFill>
                <a:latin typeface="Arial" pitchFamily="34" charset="0"/>
                <a:ea typeface="Arial" pitchFamily="34" charset="-122"/>
                <a:cs typeface="Arial" pitchFamily="34" charset="-120"/>
              </a:rPr>
              <a:t>変わる問題を修正</a:t>
            </a:r>
            <a:endParaRPr lang="en-US" sz="2000" dirty="0"/>
          </a:p>
        </p:txBody>
      </p:sp>
      <p:sp>
        <p:nvSpPr>
          <p:cNvPr id="26" name="Text 20"/>
          <p:cNvSpPr/>
          <p:nvPr/>
        </p:nvSpPr>
        <p:spPr>
          <a:xfrm>
            <a:off x="4340531" y="4896396"/>
            <a:ext cx="3437533" cy="792920"/>
          </a:xfrm>
          <a:prstGeom prst="roundRect">
            <a:avLst>
              <a:gd name="adj" fmla="val 16577"/>
            </a:avLst>
          </a:prstGeom>
          <a:solidFill>
            <a:srgbClr val="E9ECF0"/>
          </a:solidFill>
          <a:ln/>
        </p:spPr>
        <p:txBody>
          <a:bodyPr wrap="square" lIns="130082" tIns="91982" rIns="36100" bIns="66582" rtlCol="0" anchor="t">
            <a:normAutofit/>
          </a:bodyPr>
          <a:lstStyle/>
          <a:p>
            <a:pPr marL="0" indent="0" algn="l">
              <a:lnSpc>
                <a:spcPts val="1820"/>
              </a:lnSpc>
              <a:buNone/>
            </a:pPr>
            <a:r>
              <a:rPr lang="en-US" sz="2000" dirty="0" err="1">
                <a:solidFill>
                  <a:srgbClr val="1B222B"/>
                </a:solidFill>
                <a:latin typeface="Arial" pitchFamily="34" charset="0"/>
                <a:ea typeface="Arial" pitchFamily="34" charset="-122"/>
                <a:cs typeface="Arial" pitchFamily="34" charset="-120"/>
              </a:rPr>
              <a:t>物陰から</a:t>
            </a:r>
            <a:r>
              <a:rPr lang="ja-JP" altLang="en-US" sz="2000" dirty="0">
                <a:solidFill>
                  <a:srgbClr val="1B222B"/>
                </a:solidFill>
                <a:latin typeface="Arial" pitchFamily="34" charset="0"/>
                <a:ea typeface="Arial" pitchFamily="34" charset="-122"/>
                <a:cs typeface="Arial" pitchFamily="34" charset="-120"/>
              </a:rPr>
              <a:t>新しい</a:t>
            </a:r>
            <a:r>
              <a:rPr lang="en-US" sz="2000" dirty="0" err="1">
                <a:solidFill>
                  <a:srgbClr val="1B222B"/>
                </a:solidFill>
                <a:latin typeface="Arial" pitchFamily="34" charset="0"/>
                <a:ea typeface="Arial" pitchFamily="34" charset="-122"/>
                <a:cs typeface="Arial" pitchFamily="34" charset="-120"/>
              </a:rPr>
              <a:t>景色が現れたときの虹色の縞を解消</a:t>
            </a:r>
            <a:endParaRPr lang="en-US" sz="2000" dirty="0"/>
          </a:p>
        </p:txBody>
      </p:sp>
      <p:sp>
        <p:nvSpPr>
          <p:cNvPr id="27" name="Text 21"/>
          <p:cNvSpPr/>
          <p:nvPr/>
        </p:nvSpPr>
        <p:spPr>
          <a:xfrm>
            <a:off x="7905064" y="4896396"/>
            <a:ext cx="3437434" cy="792920"/>
          </a:xfrm>
          <a:prstGeom prst="roundRect">
            <a:avLst>
              <a:gd name="adj" fmla="val 16577"/>
            </a:avLst>
          </a:prstGeom>
          <a:solidFill>
            <a:srgbClr val="E9ECF0"/>
          </a:solidFill>
          <a:ln/>
        </p:spPr>
        <p:txBody>
          <a:bodyPr wrap="square" lIns="130082" tIns="91982" rIns="36103" bIns="66582" rtlCol="0" anchor="t">
            <a:noAutofit/>
          </a:bodyPr>
          <a:lstStyle/>
          <a:p>
            <a:pPr marL="0" indent="0" algn="l">
              <a:lnSpc>
                <a:spcPts val="1820"/>
              </a:lnSpc>
              <a:buNone/>
            </a:pPr>
            <a:r>
              <a:rPr lang="en-US" sz="2000" dirty="0" err="1">
                <a:solidFill>
                  <a:srgbClr val="1B222B"/>
                </a:solidFill>
                <a:latin typeface="Arial" pitchFamily="34" charset="0"/>
                <a:ea typeface="Arial" pitchFamily="34" charset="-122"/>
                <a:cs typeface="Arial" pitchFamily="34" charset="-120"/>
              </a:rPr>
              <a:t>Unityを止めるとPythonも</a:t>
            </a:r>
            <a:endParaRPr lang="en-US" sz="2000" dirty="0">
              <a:solidFill>
                <a:srgbClr val="1B222B"/>
              </a:solidFill>
              <a:latin typeface="Arial" pitchFamily="34" charset="0"/>
              <a:ea typeface="Arial" pitchFamily="34" charset="-122"/>
              <a:cs typeface="Arial" pitchFamily="34" charset="-120"/>
            </a:endParaRPr>
          </a:p>
          <a:p>
            <a:pPr marL="0" indent="0" algn="l">
              <a:lnSpc>
                <a:spcPts val="1820"/>
              </a:lnSpc>
              <a:buNone/>
            </a:pPr>
            <a:r>
              <a:rPr lang="en-US" sz="2000" dirty="0" err="1">
                <a:solidFill>
                  <a:srgbClr val="1B222B"/>
                </a:solidFill>
                <a:latin typeface="Arial" pitchFamily="34" charset="0"/>
                <a:ea typeface="Arial" pitchFamily="34" charset="-122"/>
                <a:cs typeface="Arial" pitchFamily="34" charset="-120"/>
              </a:rPr>
              <a:t>自動で終了</a:t>
            </a:r>
            <a:endParaRPr lang="en-US" sz="2000" dirty="0"/>
          </a:p>
        </p:txBody>
      </p:sp>
      <p:sp>
        <p:nvSpPr>
          <p:cNvPr id="28"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成果</a:t>
            </a:r>
            <a:endParaRPr lang="en-US" sz="2000" dirty="0"/>
          </a:p>
        </p:txBody>
      </p:sp>
      <p:sp>
        <p:nvSpPr>
          <p:cNvPr id="3" name="Text 1"/>
          <p:cNvSpPr>
            <a:spLocks noGrp="1"/>
          </p:cNvSpPr>
          <p:nvPr>
            <p:ph type="title"/>
          </p:nvPr>
        </p:nvSpPr>
        <p:spPr>
          <a:xfrm>
            <a:off x="812800" y="11454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B222B"/>
                </a:solidFill>
                <a:latin typeface="Arial" pitchFamily="34" charset="0"/>
                <a:ea typeface="Arial" pitchFamily="34" charset="-122"/>
                <a:cs typeface="Arial" pitchFamily="34" charset="-120"/>
              </a:rPr>
              <a:t>数値で見る成果</a:t>
            </a:r>
            <a:endParaRPr lang="en-US" sz="3200" dirty="0"/>
          </a:p>
        </p:txBody>
      </p:sp>
      <p:sp>
        <p:nvSpPr>
          <p:cNvPr id="4" name="Shape 2"/>
          <p:cNvSpPr/>
          <p:nvPr/>
        </p:nvSpPr>
        <p:spPr>
          <a:xfrm>
            <a:off x="812800" y="1841401"/>
            <a:ext cx="10566400" cy="3140075"/>
          </a:xfrm>
          <a:prstGeom prst="roundRect">
            <a:avLst>
              <a:gd name="adj" fmla="val 3236"/>
            </a:avLst>
          </a:prstGeom>
          <a:solidFill>
            <a:srgbClr val="FCFCFD"/>
          </a:solidFill>
          <a:ln/>
        </p:spPr>
        <p:txBody>
          <a:bodyPr/>
          <a:lstStyle/>
          <a:p>
            <a:endParaRPr lang="ja-JP" altLang="en-US"/>
          </a:p>
        </p:txBody>
      </p:sp>
      <p:sp>
        <p:nvSpPr>
          <p:cNvPr id="5" name="Shape 3"/>
          <p:cNvSpPr/>
          <p:nvPr/>
        </p:nvSpPr>
        <p:spPr>
          <a:xfrm>
            <a:off x="812800" y="1841401"/>
            <a:ext cx="10566400" cy="3140075"/>
          </a:xfrm>
          <a:custGeom>
            <a:avLst/>
            <a:gdLst/>
            <a:ahLst/>
            <a:cxnLst/>
            <a:rect l="l" t="t" r="r" b="b"/>
            <a:pathLst>
              <a:path w="10566400" h="3140075">
                <a:moveTo>
                  <a:pt x="10464800" y="0"/>
                </a:moveTo>
                <a:lnTo>
                  <a:pt x="10464800" y="0"/>
                </a:lnTo>
                <a:arcTo wR="101600" hR="101600" stAng="16200000" swAng="5400000"/>
                <a:lnTo>
                  <a:pt x="10566400" y="3038475"/>
                </a:lnTo>
                <a:arcTo wR="101600" hR="101600" stAng="0" swAng="5400000"/>
                <a:lnTo>
                  <a:pt x="101600" y="3140075"/>
                </a:lnTo>
                <a:arcTo wR="101600" hR="101600" stAng="5400000" swAng="5400000"/>
                <a:lnTo>
                  <a:pt x="0" y="3038475"/>
                </a:lnTo>
                <a:arcTo wR="101600" hR="88900" stAng="10800000" swAng="-5400000"/>
                <a:lnTo>
                  <a:pt x="10464800" y="3127375"/>
                </a:lnTo>
                <a:arcTo wR="88900" hR="88900" stAng="5400000" swAng="-5400000"/>
                <a:lnTo>
                  <a:pt x="10553700" y="101600"/>
                </a:lnTo>
                <a:arcTo wR="88900" hR="101600" stAng="0" swAng="-5400000"/>
                <a:close/>
              </a:path>
            </a:pathLst>
          </a:custGeom>
          <a:solidFill>
            <a:srgbClr val="D5DBE2"/>
          </a:solidFill>
          <a:ln/>
        </p:spPr>
        <p:txBody>
          <a:bodyPr/>
          <a:lstStyle/>
          <a:p>
            <a:endParaRPr lang="ja-JP" altLang="en-US"/>
          </a:p>
        </p:txBody>
      </p:sp>
      <p:sp>
        <p:nvSpPr>
          <p:cNvPr id="6" name="Shape 4"/>
          <p:cNvSpPr/>
          <p:nvPr/>
        </p:nvSpPr>
        <p:spPr>
          <a:xfrm>
            <a:off x="812800" y="1841401"/>
            <a:ext cx="10566400" cy="3140075"/>
          </a:xfrm>
          <a:custGeom>
            <a:avLst/>
            <a:gdLst/>
            <a:ahLst/>
            <a:cxnLst/>
            <a:rect l="l" t="t" r="r" b="b"/>
            <a:pathLst>
              <a:path w="10566400" h="3140075">
                <a:moveTo>
                  <a:pt x="101600" y="3140075"/>
                </a:moveTo>
                <a:lnTo>
                  <a:pt x="101600" y="3140075"/>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3038475"/>
                </a:lnTo>
                <a:arcTo wR="88900" hR="101600" stAng="10800000" swAng="-5400000"/>
                <a:close/>
              </a:path>
            </a:pathLst>
          </a:custGeom>
          <a:solidFill>
            <a:srgbClr val="141413">
              <a:alpha val="22000"/>
            </a:srgbClr>
          </a:solidFill>
          <a:ln/>
        </p:spPr>
        <p:txBody>
          <a:bodyPr/>
          <a:lstStyle/>
          <a:p>
            <a:endParaRPr lang="ja-JP" altLang="en-US"/>
          </a:p>
        </p:txBody>
      </p:sp>
      <p:sp>
        <p:nvSpPr>
          <p:cNvPr id="7" name="Shape 5"/>
          <p:cNvSpPr/>
          <p:nvPr/>
        </p:nvSpPr>
        <p:spPr>
          <a:xfrm>
            <a:off x="825500" y="1854101"/>
            <a:ext cx="10541000" cy="346075"/>
          </a:xfrm>
          <a:custGeom>
            <a:avLst/>
            <a:gdLst/>
            <a:ahLst/>
            <a:cxnLst/>
            <a:rect l="l" t="t" r="r" b="b"/>
            <a:pathLst>
              <a:path w="10541000" h="346075">
                <a:moveTo>
                  <a:pt x="0" y="88900"/>
                </a:moveTo>
                <a:arcTo wR="88900" hR="88900" stAng="10800000" swAng="5400000"/>
                <a:lnTo>
                  <a:pt x="10452100" y="0"/>
                </a:lnTo>
                <a:arcTo wR="88900" hR="88900" stAng="16200000" swAng="5400000"/>
                <a:lnTo>
                  <a:pt x="10541000" y="346075"/>
                </a:lnTo>
                <a:lnTo>
                  <a:pt x="0" y="346075"/>
                </a:lnTo>
                <a:close/>
              </a:path>
            </a:pathLst>
          </a:custGeom>
          <a:solidFill>
            <a:srgbClr val="E9E9EA"/>
          </a:solidFill>
          <a:ln/>
        </p:spPr>
        <p:txBody>
          <a:bodyPr/>
          <a:lstStyle/>
          <a:p>
            <a:endParaRPr lang="ja-JP" altLang="en-US"/>
          </a:p>
        </p:txBody>
      </p:sp>
      <p:graphicFrame>
        <p:nvGraphicFramePr>
          <p:cNvPr id="8" name="Table 0"/>
          <p:cNvGraphicFramePr>
            <a:graphicFrameLocks noGrp="1"/>
          </p:cNvGraphicFramePr>
          <p:nvPr>
            <p:extLst>
              <p:ext uri="{D42A27DB-BD31-4B8C-83A1-F6EECF244321}">
                <p14:modId xmlns:p14="http://schemas.microsoft.com/office/powerpoint/2010/main" val="2495745410"/>
              </p:ext>
            </p:extLst>
          </p:nvPr>
        </p:nvGraphicFramePr>
        <p:xfrm>
          <a:off x="825500" y="1854101"/>
          <a:ext cx="10541000" cy="3114675"/>
        </p:xfrm>
        <a:graphic>
          <a:graphicData uri="http://schemas.openxmlformats.org/drawingml/2006/table">
            <a:tbl>
              <a:tblPr/>
              <a:tblGrid>
                <a:gridCol w="3583940">
                  <a:extLst>
                    <a:ext uri="{9D8B030D-6E8A-4147-A177-3AD203B41FA5}">
                      <a16:colId xmlns:a16="http://schemas.microsoft.com/office/drawing/2014/main" val="20000"/>
                    </a:ext>
                  </a:extLst>
                </a:gridCol>
                <a:gridCol w="1475740">
                  <a:extLst>
                    <a:ext uri="{9D8B030D-6E8A-4147-A177-3AD203B41FA5}">
                      <a16:colId xmlns:a16="http://schemas.microsoft.com/office/drawing/2014/main" val="20001"/>
                    </a:ext>
                  </a:extLst>
                </a:gridCol>
                <a:gridCol w="1475740">
                  <a:extLst>
                    <a:ext uri="{9D8B030D-6E8A-4147-A177-3AD203B41FA5}">
                      <a16:colId xmlns:a16="http://schemas.microsoft.com/office/drawing/2014/main" val="20002"/>
                    </a:ext>
                  </a:extLst>
                </a:gridCol>
                <a:gridCol w="4005580">
                  <a:extLst>
                    <a:ext uri="{9D8B030D-6E8A-4147-A177-3AD203B41FA5}">
                      <a16:colId xmlns:a16="http://schemas.microsoft.com/office/drawing/2014/main" val="20003"/>
                    </a:ext>
                  </a:extLst>
                </a:gridCol>
              </a:tblGrid>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項目</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改善前</a:t>
                      </a:r>
                      <a:endParaRPr lang="en-US" sz="1250" b="1" dirty="0">
                        <a:latin typeface="Arial" charset="0"/>
                        <a:ea typeface="Arial" charset="0"/>
                        <a:cs typeface="Arial" charset="0"/>
                      </a:endParaRPr>
                    </a:p>
                  </a:txBody>
                  <a:tcPr marL="55563" marR="55563" marT="55563" marB="55563">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改善後</a:t>
                      </a:r>
                      <a:endParaRPr lang="en-US" sz="1250" b="1" dirty="0">
                        <a:latin typeface="Arial" charset="0"/>
                        <a:ea typeface="Arial" charset="0"/>
                        <a:cs typeface="Arial" charset="0"/>
                      </a:endParaRPr>
                    </a:p>
                  </a:txBody>
                  <a:tcPr marL="55563" marR="55563" marT="55563" marB="55563">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補足</a:t>
                      </a:r>
                      <a:endParaRPr lang="en-US" sz="1250" b="1" dirty="0">
                        <a:latin typeface="Arial" charset="0"/>
                        <a:ea typeface="Arial" charset="0"/>
                        <a:cs typeface="Arial" charset="0"/>
                      </a:endParaRPr>
                    </a:p>
                  </a:txBody>
                  <a:tcPr marL="55563" marR="55563" marT="55563" marB="55563">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0" cap="flat" cmpd="sng" algn="ctr">
                      <a:noFill/>
                    </a:lnT>
                    <a:lnB w="12700" cap="flat" cmpd="sng" algn="ctr">
                      <a:solidFill>
                        <a:srgbClr val="BABABB"/>
                      </a:solidFill>
                      <a:prstDash val="solid"/>
                      <a:round/>
                      <a:headEnd type="none" w="med" len="med"/>
                      <a:tailEnd type="none" w="med" len="med"/>
                    </a:lnB>
                  </a:tcPr>
                </a:tc>
                <a:extLst>
                  <a:ext uri="{0D108BD9-81ED-4DB2-BD59-A6C34878D82A}">
                    <a16:rowId xmlns:a16="http://schemas.microsoft.com/office/drawing/2014/main" val="10000"/>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操作から表示までの遅れ</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4BBA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約3秒</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約0.2秒</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体感</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extLst>
                  <a:ext uri="{0D108BD9-81ED-4DB2-BD59-A6C34878D82A}">
                    <a16:rowId xmlns:a16="http://schemas.microsoft.com/office/drawing/2014/main" val="10001"/>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1秒あたりの描き直し枚数</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7.2枚</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12.5枚</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改善前はGPU対応直後の値。Unityと同時に実行</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AIの処理時間</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4BBAC"/>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94.7ms</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48.1ms</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Unityなし、同じ条件で比較</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extLst>
                  <a:ext uri="{0D108BD9-81ED-4DB2-BD59-A6C34878D82A}">
                    <a16:rowId xmlns:a16="http://schemas.microsoft.com/office/drawing/2014/main" val="10003"/>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ちらつき</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4BBAC"/>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7.83</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3.02</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−61%</a:t>
                      </a:r>
                      <a:endParaRPr lang="en-US" sz="1250" b="1" dirty="0">
                        <a:latin typeface="Arial" charset="0"/>
                        <a:ea typeface="Arial" charset="0"/>
                        <a:cs typeface="Arial" charset="0"/>
                      </a:endParaRPr>
                    </a:p>
                  </a:txBody>
                  <a:tcPr marL="55563" marR="55563" marT="55563" marB="55563">
                    <a:lnL w="12700" cap="flat" cmpd="sng" algn="ctr">
                      <a:solidFill>
                        <a:srgbClr val="C4BBAC"/>
                      </a:solidFill>
                      <a:prstDash val="solid"/>
                      <a:round/>
                      <a:headEnd type="none" w="med" len="med"/>
                      <a:tailEnd type="none" w="med" len="med"/>
                    </a:lnL>
                    <a:lnR w="12700" cap="flat" cmpd="sng" algn="ctr">
                      <a:solidFill>
                        <a:srgbClr val="C4BBAC"/>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4BBAC"/>
                      </a:solidFill>
                      <a:prstDash val="solid"/>
                      <a:round/>
                      <a:headEnd type="none" w="med" len="med"/>
                      <a:tailEnd type="none" w="med" len="med"/>
                    </a:lnB>
                    <a:solidFill>
                      <a:srgbClr val="F5EAD7"/>
                    </a:solidFill>
                  </a:tcPr>
                </a:tc>
                <a:extLst>
                  <a:ext uri="{0D108BD9-81ED-4DB2-BD59-A6C34878D82A}">
                    <a16:rowId xmlns:a16="http://schemas.microsoft.com/office/drawing/2014/main" val="10004"/>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模様が少しずつ変わる量</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12.47</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4.89</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−61%</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BBA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AIによる描き変えの量</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15.55</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14.03</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写実性はほぼ保ったまま、ちらつきを減らした</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物陰の虹色の縞(同じノイズの割合)</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86%</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0%</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合成した場面で再現して測定</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7"/>
                  </a:ext>
                </a:extLst>
              </a:tr>
              <a:tr h="346075">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静止中の画面の変化</a:t>
                      </a:r>
                      <a:endParaRPr lang="en-US" sz="1250" b="1" dirty="0">
                        <a:latin typeface="Arial" charset="0"/>
                        <a:ea typeface="Arial" charset="0"/>
                        <a:cs typeface="Arial" charset="0"/>
                      </a:endParaRPr>
                    </a:p>
                  </a:txBody>
                  <a:tcPr marL="55563" marR="55563" marT="55563" marB="55563">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変わり続ける</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0</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750"/>
                        </a:lnSpc>
                        <a:buNone/>
                      </a:pPr>
                      <a:r>
                        <a:rPr lang="en-US" sz="1250" b="1" dirty="0">
                          <a:solidFill>
                            <a:srgbClr val="1B222B"/>
                          </a:solidFill>
                          <a:latin typeface="Arial" pitchFamily="34" charset="0"/>
                          <a:ea typeface="Arial" pitchFamily="34" charset="-122"/>
                          <a:cs typeface="Arial" pitchFamily="34" charset="-120"/>
                        </a:rPr>
                        <a:t>0.5pxのわずかな揺れを与えて測定</a:t>
                      </a:r>
                      <a:endParaRPr lang="en-US" sz="1250" b="1" dirty="0">
                        <a:latin typeface="Arial" charset="0"/>
                        <a:ea typeface="Arial" charset="0"/>
                        <a:cs typeface="Arial" charset="0"/>
                      </a:endParaRPr>
                    </a:p>
                  </a:txBody>
                  <a:tcPr marL="55563" marR="55563" marT="55563" marB="55563">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8 / 11　ちらつきは、カメラの横移動を再現した60フレームで測定(色の差 0〜255 の平均)</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6955"/>
          </a:xfrm>
          <a:prstGeom prst="rect">
            <a:avLst/>
          </a:prstGeom>
          <a:noFill/>
          <a:ln/>
        </p:spPr>
        <p:txBody>
          <a:bodyPr wrap="square" lIns="0" tIns="0" rIns="0" bIns="0" rtlCol="0" anchor="t">
            <a:normAutofit/>
          </a:bodyPr>
          <a:lstStyle/>
          <a:p>
            <a:pPr marL="0" indent="0" algn="l">
              <a:lnSpc>
                <a:spcPts val="1774"/>
              </a:lnSpc>
              <a:buNone/>
            </a:pPr>
            <a:r>
              <a:rPr lang="en-US" sz="2000" b="1" kern="0" spc="100" dirty="0">
                <a:solidFill>
                  <a:srgbClr val="8F570B"/>
                </a:solidFill>
                <a:latin typeface="Arial" pitchFamily="34" charset="0"/>
                <a:ea typeface="Arial" pitchFamily="34" charset="-122"/>
                <a:cs typeface="Arial" pitchFamily="34" charset="-120"/>
              </a:rPr>
              <a:t>成果</a:t>
            </a:r>
            <a:endParaRPr lang="en-US" sz="2000" dirty="0"/>
          </a:p>
        </p:txBody>
      </p:sp>
      <p:sp>
        <p:nvSpPr>
          <p:cNvPr id="3" name="Text 1"/>
          <p:cNvSpPr>
            <a:spLocks noGrp="1"/>
          </p:cNvSpPr>
          <p:nvPr>
            <p:ph type="title"/>
          </p:nvPr>
        </p:nvSpPr>
        <p:spPr>
          <a:xfrm>
            <a:off x="812800" y="1135955"/>
            <a:ext cx="10883392" cy="473571"/>
          </a:xfrm>
          <a:prstGeom prst="rect">
            <a:avLst/>
          </a:prstGeom>
          <a:noFill/>
          <a:ln/>
        </p:spPr>
        <p:txBody>
          <a:bodyPr wrap="square" lIns="0" tIns="0" rIns="0" bIns="0" rtlCol="0" anchor="t">
            <a:normAutofit/>
          </a:bodyPr>
          <a:lstStyle/>
          <a:p>
            <a:pPr marL="0" indent="0" algn="l">
              <a:lnSpc>
                <a:spcPts val="3565"/>
              </a:lnSpc>
              <a:buNone/>
            </a:pPr>
            <a:r>
              <a:rPr lang="en-US" sz="3100" b="1" i="0" dirty="0">
                <a:solidFill>
                  <a:srgbClr val="1B222B"/>
                </a:solidFill>
                <a:latin typeface="Arial" pitchFamily="34" charset="0"/>
                <a:ea typeface="Arial" pitchFamily="34" charset="-122"/>
                <a:cs typeface="Arial" pitchFamily="34" charset="-120"/>
              </a:rPr>
              <a:t>改善前と改善後</a:t>
            </a:r>
            <a:endParaRPr lang="en-US" sz="3100" dirty="0"/>
          </a:p>
        </p:txBody>
      </p:sp>
      <p:sp>
        <p:nvSpPr>
          <p:cNvPr id="4" name="Shape 2"/>
          <p:cNvSpPr/>
          <p:nvPr/>
        </p:nvSpPr>
        <p:spPr>
          <a:xfrm>
            <a:off x="1617649" y="1664150"/>
            <a:ext cx="7084930" cy="4557913"/>
          </a:xfrm>
          <a:prstGeom prst="roundRect">
            <a:avLst>
              <a:gd name="adj" fmla="val 2387"/>
            </a:avLst>
          </a:prstGeom>
          <a:solidFill>
            <a:srgbClr val="FCFCFD"/>
          </a:solidFill>
          <a:ln w="12700">
            <a:solidFill>
              <a:srgbClr val="D5DBE2"/>
            </a:solidFill>
            <a:prstDash val="solid"/>
          </a:ln>
        </p:spPr>
        <p:txBody>
          <a:bodyPr/>
          <a:lstStyle/>
          <a:p>
            <a:endParaRPr lang="ja-JP" altLang="en-US"/>
          </a:p>
        </p:txBody>
      </p:sp>
      <p:sp>
        <p:nvSpPr>
          <p:cNvPr id="5" name="Text 3"/>
          <p:cNvSpPr/>
          <p:nvPr/>
        </p:nvSpPr>
        <p:spPr>
          <a:xfrm>
            <a:off x="2406698" y="1934667"/>
            <a:ext cx="6043422" cy="244177"/>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B222B"/>
                </a:solidFill>
                <a:latin typeface="Arial" pitchFamily="34" charset="0"/>
                <a:ea typeface="Arial" pitchFamily="34" charset="-122"/>
                <a:cs typeface="Arial" pitchFamily="34" charset="-120"/>
              </a:rPr>
              <a:t>操作から表示までの遅れ(秒)</a:t>
            </a:r>
            <a:endParaRPr lang="en-US" sz="1231" dirty="0"/>
          </a:p>
        </p:txBody>
      </p:sp>
      <p:sp>
        <p:nvSpPr>
          <p:cNvPr id="6" name="Text 4"/>
          <p:cNvSpPr/>
          <p:nvPr/>
        </p:nvSpPr>
        <p:spPr>
          <a:xfrm>
            <a:off x="2406698" y="2198688"/>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改善前</a:t>
            </a:r>
            <a:endParaRPr lang="en-US" sz="1400" dirty="0"/>
          </a:p>
        </p:txBody>
      </p:sp>
      <p:sp>
        <p:nvSpPr>
          <p:cNvPr id="7" name="Shape 5"/>
          <p:cNvSpPr/>
          <p:nvPr/>
        </p:nvSpPr>
        <p:spPr>
          <a:xfrm>
            <a:off x="3524298" y="2222699"/>
            <a:ext cx="3556000" cy="165100"/>
          </a:xfrm>
          <a:prstGeom prst="roundRect">
            <a:avLst>
              <a:gd name="adj" fmla="val 15385"/>
            </a:avLst>
          </a:prstGeom>
          <a:solidFill>
            <a:srgbClr val="E9ECF0"/>
          </a:solidFill>
          <a:ln/>
        </p:spPr>
        <p:txBody>
          <a:bodyPr/>
          <a:lstStyle/>
          <a:p>
            <a:endParaRPr lang="ja-JP" altLang="en-US" sz="1400"/>
          </a:p>
        </p:txBody>
      </p:sp>
      <p:sp>
        <p:nvSpPr>
          <p:cNvPr id="8" name="Shape 6"/>
          <p:cNvSpPr/>
          <p:nvPr/>
        </p:nvSpPr>
        <p:spPr>
          <a:xfrm>
            <a:off x="3524298" y="2222699"/>
            <a:ext cx="3556000" cy="165100"/>
          </a:xfrm>
          <a:prstGeom prst="roundRect">
            <a:avLst>
              <a:gd name="adj" fmla="val 15385"/>
            </a:avLst>
          </a:prstGeom>
          <a:solidFill>
            <a:srgbClr val="8A96A6"/>
          </a:solidFill>
          <a:ln/>
        </p:spPr>
        <p:txBody>
          <a:bodyPr/>
          <a:lstStyle/>
          <a:p>
            <a:endParaRPr lang="ja-JP" altLang="en-US" sz="1400"/>
          </a:p>
        </p:txBody>
      </p:sp>
      <p:sp>
        <p:nvSpPr>
          <p:cNvPr id="9" name="Text 7"/>
          <p:cNvSpPr/>
          <p:nvPr/>
        </p:nvSpPr>
        <p:spPr>
          <a:xfrm>
            <a:off x="7181898" y="2198688"/>
            <a:ext cx="329327"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3.0</a:t>
            </a:r>
            <a:endParaRPr lang="en-US" sz="1400" dirty="0"/>
          </a:p>
        </p:txBody>
      </p:sp>
      <p:sp>
        <p:nvSpPr>
          <p:cNvPr id="10" name="Text 8"/>
          <p:cNvSpPr/>
          <p:nvPr/>
        </p:nvSpPr>
        <p:spPr>
          <a:xfrm>
            <a:off x="2406698" y="2451497"/>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環境修正後</a:t>
            </a:r>
            <a:endParaRPr lang="en-US" sz="1400" dirty="0"/>
          </a:p>
        </p:txBody>
      </p:sp>
      <p:sp>
        <p:nvSpPr>
          <p:cNvPr id="11" name="Shape 9"/>
          <p:cNvSpPr/>
          <p:nvPr/>
        </p:nvSpPr>
        <p:spPr>
          <a:xfrm>
            <a:off x="3524298" y="2475607"/>
            <a:ext cx="3556000" cy="165100"/>
          </a:xfrm>
          <a:prstGeom prst="roundRect">
            <a:avLst>
              <a:gd name="adj" fmla="val 15385"/>
            </a:avLst>
          </a:prstGeom>
          <a:solidFill>
            <a:srgbClr val="E9ECF0"/>
          </a:solidFill>
          <a:ln/>
        </p:spPr>
        <p:txBody>
          <a:bodyPr/>
          <a:lstStyle/>
          <a:p>
            <a:endParaRPr lang="ja-JP" altLang="en-US" sz="1400"/>
          </a:p>
        </p:txBody>
      </p:sp>
      <p:sp>
        <p:nvSpPr>
          <p:cNvPr id="12" name="Shape 10"/>
          <p:cNvSpPr/>
          <p:nvPr/>
        </p:nvSpPr>
        <p:spPr>
          <a:xfrm>
            <a:off x="3524298" y="2475607"/>
            <a:ext cx="476250" cy="165100"/>
          </a:xfrm>
          <a:prstGeom prst="roundRect">
            <a:avLst>
              <a:gd name="adj" fmla="val 15385"/>
            </a:avLst>
          </a:prstGeom>
          <a:solidFill>
            <a:srgbClr val="8A96A6"/>
          </a:solidFill>
          <a:ln/>
        </p:spPr>
        <p:txBody>
          <a:bodyPr/>
          <a:lstStyle/>
          <a:p>
            <a:endParaRPr lang="ja-JP" altLang="en-US" sz="1400"/>
          </a:p>
        </p:txBody>
      </p:sp>
      <p:sp>
        <p:nvSpPr>
          <p:cNvPr id="13" name="Text 11"/>
          <p:cNvSpPr/>
          <p:nvPr/>
        </p:nvSpPr>
        <p:spPr>
          <a:xfrm>
            <a:off x="7181898" y="2451497"/>
            <a:ext cx="329327"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0.4</a:t>
            </a:r>
            <a:endParaRPr lang="en-US" sz="1400" dirty="0"/>
          </a:p>
        </p:txBody>
      </p:sp>
      <p:sp>
        <p:nvSpPr>
          <p:cNvPr id="14" name="Text 12"/>
          <p:cNvSpPr/>
          <p:nvPr/>
        </p:nvSpPr>
        <p:spPr>
          <a:xfrm>
            <a:off x="2406698" y="2704406"/>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最終</a:t>
            </a:r>
            <a:endParaRPr lang="en-US" sz="1400" dirty="0"/>
          </a:p>
        </p:txBody>
      </p:sp>
      <p:sp>
        <p:nvSpPr>
          <p:cNvPr id="15" name="Shape 13"/>
          <p:cNvSpPr/>
          <p:nvPr/>
        </p:nvSpPr>
        <p:spPr>
          <a:xfrm>
            <a:off x="3524298" y="2728417"/>
            <a:ext cx="3556000" cy="165100"/>
          </a:xfrm>
          <a:prstGeom prst="roundRect">
            <a:avLst>
              <a:gd name="adj" fmla="val 15385"/>
            </a:avLst>
          </a:prstGeom>
          <a:solidFill>
            <a:srgbClr val="E9ECF0"/>
          </a:solidFill>
          <a:ln/>
        </p:spPr>
        <p:txBody>
          <a:bodyPr/>
          <a:lstStyle/>
          <a:p>
            <a:endParaRPr lang="ja-JP" altLang="en-US" sz="1400"/>
          </a:p>
        </p:txBody>
      </p:sp>
      <p:sp>
        <p:nvSpPr>
          <p:cNvPr id="16" name="Shape 14"/>
          <p:cNvSpPr/>
          <p:nvPr/>
        </p:nvSpPr>
        <p:spPr>
          <a:xfrm>
            <a:off x="3524298" y="2728417"/>
            <a:ext cx="234950" cy="165100"/>
          </a:xfrm>
          <a:prstGeom prst="roundRect">
            <a:avLst>
              <a:gd name="adj" fmla="val 15385"/>
            </a:avLst>
          </a:prstGeom>
          <a:solidFill>
            <a:srgbClr val="B9781B"/>
          </a:solidFill>
          <a:ln/>
        </p:spPr>
        <p:txBody>
          <a:bodyPr/>
          <a:lstStyle/>
          <a:p>
            <a:endParaRPr lang="ja-JP" altLang="en-US" sz="1400"/>
          </a:p>
        </p:txBody>
      </p:sp>
      <p:sp>
        <p:nvSpPr>
          <p:cNvPr id="17" name="Text 15"/>
          <p:cNvSpPr/>
          <p:nvPr/>
        </p:nvSpPr>
        <p:spPr>
          <a:xfrm>
            <a:off x="7181898" y="2704406"/>
            <a:ext cx="329327"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0.2</a:t>
            </a:r>
            <a:endParaRPr lang="en-US" sz="1400" dirty="0"/>
          </a:p>
        </p:txBody>
      </p:sp>
      <p:sp>
        <p:nvSpPr>
          <p:cNvPr id="18" name="Text 16"/>
          <p:cNvSpPr/>
          <p:nvPr/>
        </p:nvSpPr>
        <p:spPr>
          <a:xfrm>
            <a:off x="2406698" y="3051770"/>
            <a:ext cx="6043422" cy="244376"/>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B222B"/>
                </a:solidFill>
                <a:latin typeface="Arial" pitchFamily="34" charset="0"/>
                <a:ea typeface="Arial" pitchFamily="34" charset="-122"/>
                <a:cs typeface="Arial" pitchFamily="34" charset="-120"/>
              </a:rPr>
              <a:t>AIの処理時間(ms)</a:t>
            </a:r>
            <a:endParaRPr lang="en-US" sz="1231" dirty="0"/>
          </a:p>
        </p:txBody>
      </p:sp>
      <p:sp>
        <p:nvSpPr>
          <p:cNvPr id="19" name="Text 17"/>
          <p:cNvSpPr/>
          <p:nvPr/>
        </p:nvSpPr>
        <p:spPr>
          <a:xfrm>
            <a:off x="2406698" y="3316089"/>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高速化なし</a:t>
            </a:r>
            <a:endParaRPr lang="en-US" sz="1400" dirty="0"/>
          </a:p>
        </p:txBody>
      </p:sp>
      <p:sp>
        <p:nvSpPr>
          <p:cNvPr id="20" name="Shape 18"/>
          <p:cNvSpPr/>
          <p:nvPr/>
        </p:nvSpPr>
        <p:spPr>
          <a:xfrm>
            <a:off x="3524298" y="3340100"/>
            <a:ext cx="3556000" cy="165100"/>
          </a:xfrm>
          <a:prstGeom prst="roundRect">
            <a:avLst>
              <a:gd name="adj" fmla="val 15385"/>
            </a:avLst>
          </a:prstGeom>
          <a:solidFill>
            <a:srgbClr val="E9ECF0"/>
          </a:solidFill>
          <a:ln/>
        </p:spPr>
        <p:txBody>
          <a:bodyPr/>
          <a:lstStyle/>
          <a:p>
            <a:endParaRPr lang="ja-JP" altLang="en-US" sz="1400"/>
          </a:p>
        </p:txBody>
      </p:sp>
      <p:sp>
        <p:nvSpPr>
          <p:cNvPr id="21" name="Shape 19"/>
          <p:cNvSpPr/>
          <p:nvPr/>
        </p:nvSpPr>
        <p:spPr>
          <a:xfrm>
            <a:off x="3524298" y="3340100"/>
            <a:ext cx="3556000" cy="165100"/>
          </a:xfrm>
          <a:prstGeom prst="roundRect">
            <a:avLst>
              <a:gd name="adj" fmla="val 15385"/>
            </a:avLst>
          </a:prstGeom>
          <a:solidFill>
            <a:srgbClr val="8A96A6"/>
          </a:solidFill>
          <a:ln/>
        </p:spPr>
        <p:txBody>
          <a:bodyPr/>
          <a:lstStyle/>
          <a:p>
            <a:endParaRPr lang="ja-JP" altLang="en-US" sz="1400"/>
          </a:p>
        </p:txBody>
      </p:sp>
      <p:sp>
        <p:nvSpPr>
          <p:cNvPr id="22" name="Text 20"/>
          <p:cNvSpPr/>
          <p:nvPr/>
        </p:nvSpPr>
        <p:spPr>
          <a:xfrm>
            <a:off x="7181898" y="3316089"/>
            <a:ext cx="438983"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94.7</a:t>
            </a:r>
            <a:endParaRPr lang="en-US" sz="1400" dirty="0"/>
          </a:p>
        </p:txBody>
      </p:sp>
      <p:sp>
        <p:nvSpPr>
          <p:cNvPr id="23" name="Text 21"/>
          <p:cNvSpPr/>
          <p:nvPr/>
        </p:nvSpPr>
        <p:spPr>
          <a:xfrm>
            <a:off x="2406698" y="3569196"/>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TensorRT</a:t>
            </a:r>
            <a:endParaRPr lang="en-US" sz="1400" dirty="0"/>
          </a:p>
        </p:txBody>
      </p:sp>
      <p:sp>
        <p:nvSpPr>
          <p:cNvPr id="24" name="Shape 22"/>
          <p:cNvSpPr/>
          <p:nvPr/>
        </p:nvSpPr>
        <p:spPr>
          <a:xfrm>
            <a:off x="3524298" y="3593207"/>
            <a:ext cx="3556000" cy="165100"/>
          </a:xfrm>
          <a:prstGeom prst="roundRect">
            <a:avLst>
              <a:gd name="adj" fmla="val 15385"/>
            </a:avLst>
          </a:prstGeom>
          <a:solidFill>
            <a:srgbClr val="E9ECF0"/>
          </a:solidFill>
          <a:ln/>
        </p:spPr>
        <p:txBody>
          <a:bodyPr/>
          <a:lstStyle/>
          <a:p>
            <a:endParaRPr lang="ja-JP" altLang="en-US" sz="1400"/>
          </a:p>
        </p:txBody>
      </p:sp>
      <p:sp>
        <p:nvSpPr>
          <p:cNvPr id="25" name="Shape 23"/>
          <p:cNvSpPr/>
          <p:nvPr/>
        </p:nvSpPr>
        <p:spPr>
          <a:xfrm>
            <a:off x="3524298" y="3593207"/>
            <a:ext cx="1803400" cy="165100"/>
          </a:xfrm>
          <a:prstGeom prst="roundRect">
            <a:avLst>
              <a:gd name="adj" fmla="val 15385"/>
            </a:avLst>
          </a:prstGeom>
          <a:solidFill>
            <a:srgbClr val="B9781B"/>
          </a:solidFill>
          <a:ln/>
        </p:spPr>
        <p:txBody>
          <a:bodyPr/>
          <a:lstStyle/>
          <a:p>
            <a:endParaRPr lang="ja-JP" altLang="en-US" sz="1400"/>
          </a:p>
        </p:txBody>
      </p:sp>
      <p:sp>
        <p:nvSpPr>
          <p:cNvPr id="26" name="Text 24"/>
          <p:cNvSpPr/>
          <p:nvPr/>
        </p:nvSpPr>
        <p:spPr>
          <a:xfrm>
            <a:off x="7181898" y="3569196"/>
            <a:ext cx="438983"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48.1</a:t>
            </a:r>
            <a:endParaRPr lang="en-US" sz="1400" dirty="0"/>
          </a:p>
        </p:txBody>
      </p:sp>
      <p:sp>
        <p:nvSpPr>
          <p:cNvPr id="27" name="Text 25"/>
          <p:cNvSpPr/>
          <p:nvPr/>
        </p:nvSpPr>
        <p:spPr>
          <a:xfrm>
            <a:off x="2406698" y="3916660"/>
            <a:ext cx="6043422" cy="244376"/>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B222B"/>
                </a:solidFill>
                <a:latin typeface="Arial" pitchFamily="34" charset="0"/>
                <a:ea typeface="Arial" pitchFamily="34" charset="-122"/>
                <a:cs typeface="Arial" pitchFamily="34" charset="-120"/>
              </a:rPr>
              <a:t>ちらつき(小さいほど安定)</a:t>
            </a:r>
            <a:endParaRPr lang="en-US" sz="1231" dirty="0"/>
          </a:p>
        </p:txBody>
      </p:sp>
      <p:sp>
        <p:nvSpPr>
          <p:cNvPr id="28" name="Text 26"/>
          <p:cNvSpPr/>
          <p:nvPr/>
        </p:nvSpPr>
        <p:spPr>
          <a:xfrm>
            <a:off x="2406698" y="4180979"/>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対策なし</a:t>
            </a:r>
            <a:endParaRPr lang="en-US" sz="1400" dirty="0"/>
          </a:p>
        </p:txBody>
      </p:sp>
      <p:sp>
        <p:nvSpPr>
          <p:cNvPr id="29" name="Shape 27"/>
          <p:cNvSpPr/>
          <p:nvPr/>
        </p:nvSpPr>
        <p:spPr>
          <a:xfrm>
            <a:off x="3524298" y="4204990"/>
            <a:ext cx="3556000" cy="165100"/>
          </a:xfrm>
          <a:prstGeom prst="roundRect">
            <a:avLst>
              <a:gd name="adj" fmla="val 15385"/>
            </a:avLst>
          </a:prstGeom>
          <a:solidFill>
            <a:srgbClr val="E9ECF0"/>
          </a:solidFill>
          <a:ln/>
        </p:spPr>
        <p:txBody>
          <a:bodyPr/>
          <a:lstStyle/>
          <a:p>
            <a:endParaRPr lang="ja-JP" altLang="en-US" sz="1400"/>
          </a:p>
        </p:txBody>
      </p:sp>
      <p:sp>
        <p:nvSpPr>
          <p:cNvPr id="30" name="Shape 28"/>
          <p:cNvSpPr/>
          <p:nvPr/>
        </p:nvSpPr>
        <p:spPr>
          <a:xfrm>
            <a:off x="3524298" y="4204990"/>
            <a:ext cx="3556000" cy="165100"/>
          </a:xfrm>
          <a:prstGeom prst="roundRect">
            <a:avLst>
              <a:gd name="adj" fmla="val 15385"/>
            </a:avLst>
          </a:prstGeom>
          <a:solidFill>
            <a:srgbClr val="8A96A6"/>
          </a:solidFill>
          <a:ln/>
        </p:spPr>
        <p:txBody>
          <a:bodyPr/>
          <a:lstStyle/>
          <a:p>
            <a:endParaRPr lang="ja-JP" altLang="en-US" sz="1400"/>
          </a:p>
        </p:txBody>
      </p:sp>
      <p:sp>
        <p:nvSpPr>
          <p:cNvPr id="31" name="Text 29"/>
          <p:cNvSpPr/>
          <p:nvPr/>
        </p:nvSpPr>
        <p:spPr>
          <a:xfrm>
            <a:off x="7181898" y="4180979"/>
            <a:ext cx="438983"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7.83</a:t>
            </a:r>
            <a:endParaRPr lang="en-US" sz="1400" dirty="0"/>
          </a:p>
        </p:txBody>
      </p:sp>
      <p:sp>
        <p:nvSpPr>
          <p:cNvPr id="32" name="Text 30"/>
          <p:cNvSpPr/>
          <p:nvPr/>
        </p:nvSpPr>
        <p:spPr>
          <a:xfrm>
            <a:off x="2406698" y="4434086"/>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対策あり</a:t>
            </a:r>
            <a:endParaRPr lang="en-US" sz="1400" dirty="0"/>
          </a:p>
        </p:txBody>
      </p:sp>
      <p:sp>
        <p:nvSpPr>
          <p:cNvPr id="33" name="Shape 31"/>
          <p:cNvSpPr/>
          <p:nvPr/>
        </p:nvSpPr>
        <p:spPr>
          <a:xfrm>
            <a:off x="3524298" y="4458097"/>
            <a:ext cx="3556000" cy="165100"/>
          </a:xfrm>
          <a:prstGeom prst="roundRect">
            <a:avLst>
              <a:gd name="adj" fmla="val 15385"/>
            </a:avLst>
          </a:prstGeom>
          <a:solidFill>
            <a:srgbClr val="E9ECF0"/>
          </a:solidFill>
          <a:ln/>
        </p:spPr>
        <p:txBody>
          <a:bodyPr/>
          <a:lstStyle/>
          <a:p>
            <a:endParaRPr lang="ja-JP" altLang="en-US" sz="1400"/>
          </a:p>
        </p:txBody>
      </p:sp>
      <p:sp>
        <p:nvSpPr>
          <p:cNvPr id="34" name="Shape 32"/>
          <p:cNvSpPr/>
          <p:nvPr/>
        </p:nvSpPr>
        <p:spPr>
          <a:xfrm>
            <a:off x="3524298" y="4458097"/>
            <a:ext cx="1371600" cy="165100"/>
          </a:xfrm>
          <a:prstGeom prst="roundRect">
            <a:avLst>
              <a:gd name="adj" fmla="val 15385"/>
            </a:avLst>
          </a:prstGeom>
          <a:solidFill>
            <a:srgbClr val="B9781B"/>
          </a:solidFill>
          <a:ln/>
        </p:spPr>
        <p:txBody>
          <a:bodyPr/>
          <a:lstStyle/>
          <a:p>
            <a:endParaRPr lang="ja-JP" altLang="en-US" sz="1400"/>
          </a:p>
        </p:txBody>
      </p:sp>
      <p:sp>
        <p:nvSpPr>
          <p:cNvPr id="35" name="Text 33"/>
          <p:cNvSpPr/>
          <p:nvPr/>
        </p:nvSpPr>
        <p:spPr>
          <a:xfrm>
            <a:off x="7181898" y="4434086"/>
            <a:ext cx="438983"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3.02</a:t>
            </a:r>
            <a:endParaRPr lang="en-US" sz="1400" dirty="0"/>
          </a:p>
        </p:txBody>
      </p:sp>
      <p:sp>
        <p:nvSpPr>
          <p:cNvPr id="36" name="Text 34"/>
          <p:cNvSpPr/>
          <p:nvPr/>
        </p:nvSpPr>
        <p:spPr>
          <a:xfrm>
            <a:off x="2406698" y="4781550"/>
            <a:ext cx="6043422" cy="244376"/>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B222B"/>
                </a:solidFill>
                <a:latin typeface="Arial" pitchFamily="34" charset="0"/>
                <a:ea typeface="Arial" pitchFamily="34" charset="-122"/>
                <a:cs typeface="Arial" pitchFamily="34" charset="-120"/>
              </a:rPr>
              <a:t>模様が少しずつ変わる量</a:t>
            </a:r>
            <a:endParaRPr lang="en-US" sz="1231" dirty="0"/>
          </a:p>
        </p:txBody>
      </p:sp>
      <p:sp>
        <p:nvSpPr>
          <p:cNvPr id="37" name="Text 35"/>
          <p:cNvSpPr/>
          <p:nvPr/>
        </p:nvSpPr>
        <p:spPr>
          <a:xfrm>
            <a:off x="2406698" y="5045869"/>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対策なし</a:t>
            </a:r>
            <a:endParaRPr lang="en-US" sz="1400" dirty="0"/>
          </a:p>
        </p:txBody>
      </p:sp>
      <p:sp>
        <p:nvSpPr>
          <p:cNvPr id="38" name="Shape 36"/>
          <p:cNvSpPr/>
          <p:nvPr/>
        </p:nvSpPr>
        <p:spPr>
          <a:xfrm>
            <a:off x="3524298" y="5069880"/>
            <a:ext cx="3556000" cy="165100"/>
          </a:xfrm>
          <a:prstGeom prst="roundRect">
            <a:avLst>
              <a:gd name="adj" fmla="val 15385"/>
            </a:avLst>
          </a:prstGeom>
          <a:solidFill>
            <a:srgbClr val="E9ECF0"/>
          </a:solidFill>
          <a:ln/>
        </p:spPr>
        <p:txBody>
          <a:bodyPr/>
          <a:lstStyle/>
          <a:p>
            <a:endParaRPr lang="ja-JP" altLang="en-US" sz="1400"/>
          </a:p>
        </p:txBody>
      </p:sp>
      <p:sp>
        <p:nvSpPr>
          <p:cNvPr id="39" name="Shape 37"/>
          <p:cNvSpPr/>
          <p:nvPr/>
        </p:nvSpPr>
        <p:spPr>
          <a:xfrm>
            <a:off x="3524298" y="5069880"/>
            <a:ext cx="3556000" cy="165100"/>
          </a:xfrm>
          <a:prstGeom prst="roundRect">
            <a:avLst>
              <a:gd name="adj" fmla="val 15385"/>
            </a:avLst>
          </a:prstGeom>
          <a:solidFill>
            <a:srgbClr val="8A96A6"/>
          </a:solidFill>
          <a:ln/>
        </p:spPr>
        <p:txBody>
          <a:bodyPr/>
          <a:lstStyle/>
          <a:p>
            <a:endParaRPr lang="ja-JP" altLang="en-US" sz="1400"/>
          </a:p>
        </p:txBody>
      </p:sp>
      <p:sp>
        <p:nvSpPr>
          <p:cNvPr id="40" name="Text 38"/>
          <p:cNvSpPr/>
          <p:nvPr/>
        </p:nvSpPr>
        <p:spPr>
          <a:xfrm>
            <a:off x="7181898" y="5045869"/>
            <a:ext cx="548759"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12.47</a:t>
            </a:r>
            <a:endParaRPr lang="en-US" sz="1400" dirty="0"/>
          </a:p>
        </p:txBody>
      </p:sp>
      <p:sp>
        <p:nvSpPr>
          <p:cNvPr id="41" name="Text 39"/>
          <p:cNvSpPr/>
          <p:nvPr/>
        </p:nvSpPr>
        <p:spPr>
          <a:xfrm>
            <a:off x="2406698" y="5298976"/>
            <a:ext cx="106680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4A5563"/>
                </a:solidFill>
                <a:latin typeface="Arial" pitchFamily="34" charset="0"/>
                <a:ea typeface="Arial" pitchFamily="34" charset="-122"/>
                <a:cs typeface="Arial" pitchFamily="34" charset="-120"/>
              </a:rPr>
              <a:t>対策あり</a:t>
            </a:r>
            <a:endParaRPr lang="en-US" sz="1400" dirty="0"/>
          </a:p>
        </p:txBody>
      </p:sp>
      <p:sp>
        <p:nvSpPr>
          <p:cNvPr id="42" name="Shape 40"/>
          <p:cNvSpPr/>
          <p:nvPr/>
        </p:nvSpPr>
        <p:spPr>
          <a:xfrm>
            <a:off x="3524298" y="5322987"/>
            <a:ext cx="3556000" cy="165100"/>
          </a:xfrm>
          <a:prstGeom prst="roundRect">
            <a:avLst>
              <a:gd name="adj" fmla="val 15385"/>
            </a:avLst>
          </a:prstGeom>
          <a:solidFill>
            <a:srgbClr val="E9ECF0"/>
          </a:solidFill>
          <a:ln/>
        </p:spPr>
        <p:txBody>
          <a:bodyPr/>
          <a:lstStyle/>
          <a:p>
            <a:endParaRPr lang="ja-JP" altLang="en-US" sz="1400"/>
          </a:p>
        </p:txBody>
      </p:sp>
      <p:sp>
        <p:nvSpPr>
          <p:cNvPr id="43" name="Shape 41"/>
          <p:cNvSpPr/>
          <p:nvPr/>
        </p:nvSpPr>
        <p:spPr>
          <a:xfrm>
            <a:off x="3524298" y="5322987"/>
            <a:ext cx="1397000" cy="165100"/>
          </a:xfrm>
          <a:prstGeom prst="roundRect">
            <a:avLst>
              <a:gd name="adj" fmla="val 15385"/>
            </a:avLst>
          </a:prstGeom>
          <a:solidFill>
            <a:srgbClr val="B9781B"/>
          </a:solidFill>
          <a:ln/>
        </p:spPr>
        <p:txBody>
          <a:bodyPr/>
          <a:lstStyle/>
          <a:p>
            <a:endParaRPr lang="ja-JP" altLang="en-US" sz="1400"/>
          </a:p>
        </p:txBody>
      </p:sp>
      <p:sp>
        <p:nvSpPr>
          <p:cNvPr id="44" name="Text 42"/>
          <p:cNvSpPr/>
          <p:nvPr/>
        </p:nvSpPr>
        <p:spPr>
          <a:xfrm>
            <a:off x="7181898" y="5298976"/>
            <a:ext cx="438983"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B222B"/>
                </a:solidFill>
                <a:latin typeface="Courier New" pitchFamily="49" charset="0"/>
                <a:ea typeface="Courier New" pitchFamily="49" charset="-122"/>
                <a:cs typeface="Courier New" pitchFamily="49" charset="-120"/>
              </a:rPr>
              <a:t>4.89</a:t>
            </a:r>
            <a:endParaRPr lang="en-US" sz="1400" dirty="0"/>
          </a:p>
        </p:txBody>
      </p:sp>
      <p:sp>
        <p:nvSpPr>
          <p:cNvPr id="49" name="Text 4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Arial" pitchFamily="34" charset="0"/>
                <a:ea typeface="Arial" pitchFamily="34" charset="-122"/>
                <a:cs typeface="Arial" pitchFamily="34" charset="-120"/>
              </a:rPr>
              <a:t>9 / 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800B1-9DC9-4702-988B-67EA789DBD38}"/>
              </a:ext>
            </a:extLst>
          </p:cNvPr>
          <p:cNvSpPr>
            <a:spLocks noGrp="1"/>
          </p:cNvSpPr>
          <p:nvPr>
            <p:ph type="title"/>
          </p:nvPr>
        </p:nvSpPr>
        <p:spPr>
          <a:xfrm>
            <a:off x="812800" y="902854"/>
            <a:ext cx="10566400" cy="467320"/>
          </a:xfrm>
        </p:spPr>
        <p:txBody>
          <a:bodyPr/>
          <a:lstStyle/>
          <a:p>
            <a:r>
              <a:rPr kumimoji="1" lang="ja-JP" altLang="en-US" dirty="0"/>
              <a:t>理想的な環境でのテスト</a:t>
            </a:r>
          </a:p>
        </p:txBody>
      </p:sp>
      <p:pic>
        <p:nvPicPr>
          <p:cNvPr id="5" name="Image 0" descr="対策なしでカメラを横に動かしたときのAIの出力">
            <a:extLst>
              <a:ext uri="{FF2B5EF4-FFF2-40B4-BE49-F238E27FC236}">
                <a16:creationId xmlns:a16="http://schemas.microsoft.com/office/drawing/2014/main" id="{610DACD8-EA5F-2592-81DC-236F633799FD}"/>
              </a:ext>
            </a:extLst>
          </p:cNvPr>
          <p:cNvPicPr>
            <a:picLocks noChangeAspect="1"/>
          </p:cNvPicPr>
          <p:nvPr/>
        </p:nvPicPr>
        <p:blipFill>
          <a:blip r:embed="rId3"/>
          <a:srcRect/>
          <a:stretch/>
        </p:blipFill>
        <p:spPr>
          <a:xfrm>
            <a:off x="812800" y="1917601"/>
            <a:ext cx="4127598" cy="4127598"/>
          </a:xfrm>
          <a:prstGeom prst="roundRect">
            <a:avLst>
              <a:gd name="adj" fmla="val 4000"/>
            </a:avLst>
          </a:prstGeom>
        </p:spPr>
      </p:pic>
      <p:pic>
        <p:nvPicPr>
          <p:cNvPr id="7" name="Image 1" descr="対策ありでカメラを横に動かしたときのAIの出力">
            <a:extLst>
              <a:ext uri="{FF2B5EF4-FFF2-40B4-BE49-F238E27FC236}">
                <a16:creationId xmlns:a16="http://schemas.microsoft.com/office/drawing/2014/main" id="{F23AA196-5AD4-76DE-BB6F-C414B78701F2}"/>
              </a:ext>
            </a:extLst>
          </p:cNvPr>
          <p:cNvPicPr>
            <a:picLocks noChangeAspect="1"/>
          </p:cNvPicPr>
          <p:nvPr/>
        </p:nvPicPr>
        <p:blipFill>
          <a:blip r:embed="rId4"/>
          <a:srcRect/>
          <a:stretch/>
        </p:blipFill>
        <p:spPr>
          <a:xfrm>
            <a:off x="6095999" y="1917601"/>
            <a:ext cx="4127599" cy="4127599"/>
          </a:xfrm>
          <a:prstGeom prst="roundRect">
            <a:avLst>
              <a:gd name="adj" fmla="val 4000"/>
            </a:avLst>
          </a:prstGeom>
        </p:spPr>
      </p:pic>
      <p:sp>
        <p:nvSpPr>
          <p:cNvPr id="9" name="Text 43">
            <a:extLst>
              <a:ext uri="{FF2B5EF4-FFF2-40B4-BE49-F238E27FC236}">
                <a16:creationId xmlns:a16="http://schemas.microsoft.com/office/drawing/2014/main" id="{3D1E65AA-6E4C-72DA-4342-AE307F421790}"/>
              </a:ext>
            </a:extLst>
          </p:cNvPr>
          <p:cNvSpPr/>
          <p:nvPr/>
        </p:nvSpPr>
        <p:spPr>
          <a:xfrm>
            <a:off x="897244" y="6301809"/>
            <a:ext cx="4127597" cy="452041"/>
          </a:xfrm>
          <a:prstGeom prst="rect">
            <a:avLst/>
          </a:prstGeom>
          <a:noFill/>
          <a:ln/>
        </p:spPr>
        <p:txBody>
          <a:bodyPr wrap="square" lIns="0" tIns="0" rIns="0" bIns="0" rtlCol="0" anchor="t">
            <a:normAutofit/>
          </a:bodyPr>
          <a:lstStyle/>
          <a:p>
            <a:pPr marL="0" indent="0" algn="l">
              <a:lnSpc>
                <a:spcPts val="1680"/>
              </a:lnSpc>
              <a:buNone/>
            </a:pPr>
            <a:r>
              <a:rPr lang="en-US" sz="2000" b="1" dirty="0">
                <a:solidFill>
                  <a:srgbClr val="4A5563"/>
                </a:solidFill>
                <a:latin typeface="Arial" pitchFamily="34" charset="0"/>
                <a:ea typeface="Arial" pitchFamily="34" charset="-122"/>
                <a:cs typeface="Arial" pitchFamily="34" charset="-120"/>
              </a:rPr>
              <a:t>対策なし: 模様が毎回描き直される</a:t>
            </a:r>
            <a:endParaRPr lang="en-US" sz="2000" b="1" dirty="0"/>
          </a:p>
        </p:txBody>
      </p:sp>
      <p:sp>
        <p:nvSpPr>
          <p:cNvPr id="11" name="Text 44">
            <a:extLst>
              <a:ext uri="{FF2B5EF4-FFF2-40B4-BE49-F238E27FC236}">
                <a16:creationId xmlns:a16="http://schemas.microsoft.com/office/drawing/2014/main" id="{906573F9-1BE2-CEEF-7585-14AD18C12807}"/>
              </a:ext>
            </a:extLst>
          </p:cNvPr>
          <p:cNvSpPr/>
          <p:nvPr/>
        </p:nvSpPr>
        <p:spPr>
          <a:xfrm>
            <a:off x="6227684" y="6285406"/>
            <a:ext cx="4259284" cy="452041"/>
          </a:xfrm>
          <a:prstGeom prst="rect">
            <a:avLst/>
          </a:prstGeom>
          <a:noFill/>
          <a:ln/>
        </p:spPr>
        <p:txBody>
          <a:bodyPr wrap="square" lIns="0" tIns="0" rIns="0" bIns="0" rtlCol="0" anchor="t">
            <a:normAutofit/>
          </a:bodyPr>
          <a:lstStyle/>
          <a:p>
            <a:pPr marL="0" indent="0" algn="l">
              <a:lnSpc>
                <a:spcPts val="1680"/>
              </a:lnSpc>
              <a:buNone/>
            </a:pPr>
            <a:r>
              <a:rPr lang="en-US" sz="2000" b="1" dirty="0">
                <a:solidFill>
                  <a:srgbClr val="4A5563"/>
                </a:solidFill>
                <a:latin typeface="Arial" pitchFamily="34" charset="0"/>
                <a:ea typeface="Arial" pitchFamily="34" charset="-122"/>
                <a:cs typeface="Arial" pitchFamily="34" charset="-120"/>
              </a:rPr>
              <a:t>対策あり: 模様が景色に付いて動く</a:t>
            </a:r>
            <a:endParaRPr lang="en-US" sz="2000" b="1" dirty="0"/>
          </a:p>
        </p:txBody>
      </p:sp>
      <p:sp>
        <p:nvSpPr>
          <p:cNvPr id="13" name="Text 7">
            <a:extLst>
              <a:ext uri="{FF2B5EF4-FFF2-40B4-BE49-F238E27FC236}">
                <a16:creationId xmlns:a16="http://schemas.microsoft.com/office/drawing/2014/main" id="{5D949010-640B-06BB-A179-130C84BA3839}"/>
              </a:ext>
            </a:extLst>
          </p:cNvPr>
          <p:cNvSpPr/>
          <p:nvPr/>
        </p:nvSpPr>
        <p:spPr>
          <a:xfrm>
            <a:off x="654303" y="652782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latin typeface="Arial" pitchFamily="34" charset="0"/>
                <a:ea typeface="Arial" pitchFamily="34" charset="-122"/>
                <a:cs typeface="Arial" pitchFamily="34" charset="-120"/>
              </a:rPr>
              <a:t>10 / 11</a:t>
            </a:r>
            <a:endParaRPr lang="en-US" sz="1200" dirty="0"/>
          </a:p>
        </p:txBody>
      </p:sp>
      <p:sp>
        <p:nvSpPr>
          <p:cNvPr id="6" name="Text 0">
            <a:extLst>
              <a:ext uri="{FF2B5EF4-FFF2-40B4-BE49-F238E27FC236}">
                <a16:creationId xmlns:a16="http://schemas.microsoft.com/office/drawing/2014/main" id="{F7E56FBF-FA0A-66F5-A27E-9DF5B43EAD91}"/>
              </a:ext>
            </a:extLst>
          </p:cNvPr>
          <p:cNvSpPr/>
          <p:nvPr/>
        </p:nvSpPr>
        <p:spPr>
          <a:xfrm>
            <a:off x="654303" y="684560"/>
            <a:ext cx="10883392" cy="256480"/>
          </a:xfrm>
          <a:prstGeom prst="rect">
            <a:avLst/>
          </a:prstGeom>
          <a:noFill/>
          <a:ln/>
        </p:spPr>
        <p:txBody>
          <a:bodyPr wrap="square" lIns="0" tIns="0" rIns="0" bIns="0" rtlCol="0" anchor="t">
            <a:normAutofit/>
          </a:bodyPr>
          <a:lstStyle/>
          <a:p>
            <a:pPr marL="0" indent="0" algn="l">
              <a:lnSpc>
                <a:spcPts val="1820"/>
              </a:lnSpc>
              <a:buNone/>
            </a:pPr>
            <a:r>
              <a:rPr lang="en-US" sz="2000" b="1" kern="0" spc="100" dirty="0">
                <a:solidFill>
                  <a:srgbClr val="8F570B"/>
                </a:solidFill>
                <a:latin typeface="Arial" pitchFamily="34" charset="0"/>
                <a:ea typeface="Arial" pitchFamily="34" charset="-122"/>
                <a:cs typeface="Arial" pitchFamily="34" charset="-120"/>
              </a:rPr>
              <a:t>成果</a:t>
            </a:r>
            <a:endParaRPr lang="en-US" sz="2000" dirty="0"/>
          </a:p>
        </p:txBody>
      </p:sp>
    </p:spTree>
    <p:extLst>
      <p:ext uri="{BB962C8B-B14F-4D97-AF65-F5344CB8AC3E}">
        <p14:creationId xmlns:p14="http://schemas.microsoft.com/office/powerpoint/2010/main" val="403002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54304"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2400" b="1" kern="0" spc="100" dirty="0">
                <a:solidFill>
                  <a:srgbClr val="E0A443"/>
                </a:solidFill>
                <a:latin typeface="Arial" pitchFamily="34" charset="0"/>
                <a:ea typeface="Arial" pitchFamily="34" charset="-122"/>
                <a:cs typeface="Arial" pitchFamily="34" charset="-120"/>
              </a:rPr>
              <a:t>限界と今後</a:t>
            </a:r>
            <a:endParaRPr lang="en-US" sz="2400" dirty="0"/>
          </a:p>
        </p:txBody>
      </p:sp>
      <p:sp>
        <p:nvSpPr>
          <p:cNvPr id="3" name="Text 1"/>
          <p:cNvSpPr>
            <a:spLocks noGrp="1"/>
          </p:cNvSpPr>
          <p:nvPr>
            <p:ph type="title"/>
          </p:nvPr>
        </p:nvSpPr>
        <p:spPr>
          <a:xfrm>
            <a:off x="806704" y="12625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err="1">
                <a:solidFill>
                  <a:schemeClr val="tx1"/>
                </a:solidFill>
                <a:latin typeface="Arial" pitchFamily="34" charset="0"/>
                <a:ea typeface="Arial" pitchFamily="34" charset="-122"/>
                <a:cs typeface="Arial" pitchFamily="34" charset="-120"/>
              </a:rPr>
              <a:t>細部の変化は</a:t>
            </a:r>
            <a:r>
              <a:rPr lang="en-US" sz="3200" b="1" i="0" dirty="0">
                <a:solidFill>
                  <a:schemeClr val="tx1"/>
                </a:solidFill>
                <a:latin typeface="Arial" pitchFamily="34" charset="0"/>
                <a:ea typeface="Arial" pitchFamily="34" charset="-122"/>
                <a:cs typeface="Arial" pitchFamily="34" charset="-120"/>
              </a:rPr>
              <a:t>、</a:t>
            </a:r>
            <a:r>
              <a:rPr lang="ja-JP" altLang="en-US" b="1" dirty="0">
                <a:solidFill>
                  <a:schemeClr val="tx1"/>
                </a:solidFill>
              </a:rPr>
              <a:t>今回の</a:t>
            </a:r>
            <a:r>
              <a:rPr lang="en-US" sz="3200" b="1" i="0" dirty="0" err="1">
                <a:solidFill>
                  <a:schemeClr val="tx1"/>
                </a:solidFill>
                <a:latin typeface="Arial" pitchFamily="34" charset="0"/>
                <a:ea typeface="Arial" pitchFamily="34" charset="-122"/>
                <a:cs typeface="Arial" pitchFamily="34" charset="-120"/>
              </a:rPr>
              <a:t>仕組みで</a:t>
            </a:r>
            <a:r>
              <a:rPr lang="ja-JP" altLang="en-US" sz="3200" b="1" i="0" dirty="0">
                <a:solidFill>
                  <a:schemeClr val="tx1"/>
                </a:solidFill>
                <a:latin typeface="Arial" pitchFamily="34" charset="0"/>
                <a:ea typeface="Arial" pitchFamily="34" charset="-122"/>
                <a:cs typeface="Arial" pitchFamily="34" charset="-120"/>
              </a:rPr>
              <a:t>は修正不可能</a:t>
            </a:r>
            <a:endParaRPr lang="en-US" sz="3200" dirty="0">
              <a:solidFill>
                <a:schemeClr val="tx1"/>
              </a:solidFill>
            </a:endParaRPr>
          </a:p>
        </p:txBody>
      </p:sp>
      <p:sp>
        <p:nvSpPr>
          <p:cNvPr id="4" name="Text 2"/>
          <p:cNvSpPr/>
          <p:nvPr/>
        </p:nvSpPr>
        <p:spPr>
          <a:xfrm>
            <a:off x="812800" y="2261095"/>
            <a:ext cx="5023104" cy="299641"/>
          </a:xfrm>
          <a:prstGeom prst="rect">
            <a:avLst/>
          </a:prstGeom>
          <a:noFill/>
          <a:ln/>
        </p:spPr>
        <p:txBody>
          <a:bodyPr wrap="square" lIns="0" tIns="0" rIns="0" bIns="0" rtlCol="0" anchor="t">
            <a:normAutofit/>
          </a:bodyPr>
          <a:lstStyle/>
          <a:p>
            <a:pPr marL="0" indent="0" algn="l">
              <a:lnSpc>
                <a:spcPts val="2160"/>
              </a:lnSpc>
              <a:buNone/>
            </a:pPr>
            <a:r>
              <a:rPr lang="en-US" sz="2400" b="1" dirty="0">
                <a:solidFill>
                  <a:schemeClr val="accent1">
                    <a:lumMod val="60000"/>
                    <a:lumOff val="40000"/>
                  </a:schemeClr>
                </a:solidFill>
                <a:latin typeface="Arial" pitchFamily="34" charset="0"/>
                <a:ea typeface="Arial" pitchFamily="34" charset="-122"/>
                <a:cs typeface="Arial" pitchFamily="34" charset="-120"/>
              </a:rPr>
              <a:t>限界</a:t>
            </a:r>
            <a:endParaRPr lang="en-US" sz="2400" dirty="0">
              <a:solidFill>
                <a:schemeClr val="accent1">
                  <a:lumMod val="60000"/>
                  <a:lumOff val="40000"/>
                </a:schemeClr>
              </a:solidFill>
            </a:endParaRPr>
          </a:p>
        </p:txBody>
      </p:sp>
      <p:sp>
        <p:nvSpPr>
          <p:cNvPr id="5" name="Text 3"/>
          <p:cNvSpPr/>
          <p:nvPr/>
        </p:nvSpPr>
        <p:spPr>
          <a:xfrm>
            <a:off x="812800" y="2574237"/>
            <a:ext cx="5023104" cy="1850719"/>
          </a:xfrm>
          <a:prstGeom prst="rect">
            <a:avLst/>
          </a:prstGeom>
          <a:noFill/>
          <a:ln/>
        </p:spPr>
        <p:txBody>
          <a:bodyPr wrap="square" lIns="0" tIns="0" rIns="0" bIns="0" rtlCol="0" anchor="t">
            <a:noAutofit/>
          </a:bodyPr>
          <a:lstStyle/>
          <a:p>
            <a:pPr marL="0" indent="0" algn="l">
              <a:lnSpc>
                <a:spcPts val="2560"/>
              </a:lnSpc>
              <a:buNone/>
            </a:pPr>
            <a:r>
              <a:rPr lang="en-US" sz="2000" dirty="0">
                <a:latin typeface="Arial" pitchFamily="34" charset="0"/>
                <a:ea typeface="Arial" pitchFamily="34" charset="-122"/>
                <a:cs typeface="Arial" pitchFamily="34" charset="-120"/>
              </a:rPr>
              <a:t>AIは毎フレームを1枚ずつ描き直すため、</a:t>
            </a:r>
            <a:br>
              <a:rPr lang="en-US" sz="2000" dirty="0">
                <a:latin typeface="Arial" pitchFamily="34" charset="0"/>
                <a:ea typeface="Arial" pitchFamily="34" charset="-122"/>
                <a:cs typeface="Arial" pitchFamily="34" charset="-120"/>
              </a:rPr>
            </a:br>
            <a:r>
              <a:rPr lang="en-US" sz="2000" dirty="0">
                <a:latin typeface="Arial" pitchFamily="34" charset="0"/>
                <a:ea typeface="Arial" pitchFamily="34" charset="-122"/>
                <a:cs typeface="Arial" pitchFamily="34" charset="-120"/>
              </a:rPr>
              <a:t>カメラを動かすと細部の見た目は少しずつ変わる。対策で約6割減らしたが、完全にはなくせない</a:t>
            </a:r>
            <a:r>
              <a:rPr lang="ja-JP" altLang="en-US" sz="2000" dirty="0">
                <a:latin typeface="Arial" pitchFamily="34" charset="0"/>
                <a:ea typeface="Arial" pitchFamily="34" charset="-122"/>
                <a:cs typeface="Arial" pitchFamily="34" charset="-120"/>
              </a:rPr>
              <a:t>。</a:t>
            </a:r>
            <a:endParaRPr lang="en-US" sz="2000" dirty="0"/>
          </a:p>
        </p:txBody>
      </p:sp>
      <p:sp>
        <p:nvSpPr>
          <p:cNvPr id="6" name="Shape 4"/>
          <p:cNvSpPr/>
          <p:nvPr/>
        </p:nvSpPr>
        <p:spPr>
          <a:xfrm>
            <a:off x="5994400" y="1917601"/>
            <a:ext cx="5384800" cy="1533922"/>
          </a:xfrm>
          <a:prstGeom prst="roundRect">
            <a:avLst>
              <a:gd name="adj" fmla="val 6624"/>
            </a:avLst>
          </a:prstGeom>
          <a:noFill/>
          <a:ln/>
        </p:spPr>
        <p:txBody>
          <a:bodyPr/>
          <a:lstStyle/>
          <a:p>
            <a:endParaRPr lang="ja-JP" altLang="en-US"/>
          </a:p>
        </p:txBody>
      </p:sp>
      <p:sp>
        <p:nvSpPr>
          <p:cNvPr id="7" name="Text 5"/>
          <p:cNvSpPr/>
          <p:nvPr/>
        </p:nvSpPr>
        <p:spPr>
          <a:xfrm>
            <a:off x="6248400" y="2171601"/>
            <a:ext cx="5023104" cy="299641"/>
          </a:xfrm>
          <a:prstGeom prst="rect">
            <a:avLst/>
          </a:prstGeom>
          <a:noFill/>
          <a:ln/>
        </p:spPr>
        <p:txBody>
          <a:bodyPr wrap="square" lIns="0" tIns="0" rIns="0" bIns="0" rtlCol="0" anchor="t">
            <a:normAutofit/>
          </a:bodyPr>
          <a:lstStyle/>
          <a:p>
            <a:pPr marL="0" indent="0" algn="l">
              <a:lnSpc>
                <a:spcPts val="2160"/>
              </a:lnSpc>
              <a:buNone/>
            </a:pPr>
            <a:r>
              <a:rPr lang="en-US" sz="2400" b="1" dirty="0">
                <a:solidFill>
                  <a:srgbClr val="E0A443"/>
                </a:solidFill>
                <a:latin typeface="Arial" pitchFamily="34" charset="0"/>
                <a:ea typeface="Arial" pitchFamily="34" charset="-122"/>
                <a:cs typeface="Arial" pitchFamily="34" charset="-120"/>
              </a:rPr>
              <a:t>今後</a:t>
            </a:r>
            <a:endParaRPr lang="en-US" sz="2400" dirty="0"/>
          </a:p>
        </p:txBody>
      </p:sp>
      <p:sp>
        <p:nvSpPr>
          <p:cNvPr id="8" name="Text 6"/>
          <p:cNvSpPr/>
          <p:nvPr/>
        </p:nvSpPr>
        <p:spPr>
          <a:xfrm>
            <a:off x="6248400" y="2547441"/>
            <a:ext cx="5023104" cy="1533922"/>
          </a:xfrm>
          <a:prstGeom prst="rect">
            <a:avLst/>
          </a:prstGeom>
          <a:noFill/>
          <a:ln/>
        </p:spPr>
        <p:txBody>
          <a:bodyPr wrap="square" lIns="0" tIns="0" rIns="0" bIns="0" rtlCol="0" anchor="t">
            <a:noAutofit/>
          </a:bodyPr>
          <a:lstStyle/>
          <a:p>
            <a:pPr marL="0" indent="0" algn="l">
              <a:lnSpc>
                <a:spcPts val="2560"/>
              </a:lnSpc>
              <a:buNone/>
            </a:pPr>
            <a:r>
              <a:rPr lang="en-US" sz="2000" dirty="0">
                <a:latin typeface="Arial" pitchFamily="34" charset="0"/>
                <a:ea typeface="Arial" pitchFamily="34" charset="-122"/>
                <a:cs typeface="Arial" pitchFamily="34" charset="-120"/>
              </a:rPr>
              <a:t>AIが描いた結果を3Dモデルの表面(テクスチャ)に</a:t>
            </a:r>
            <a:r>
              <a:rPr lang="ja-JP" altLang="en-US" sz="2000" dirty="0">
                <a:latin typeface="Arial" pitchFamily="34" charset="0"/>
                <a:ea typeface="Arial" pitchFamily="34" charset="-122"/>
                <a:cs typeface="Arial" pitchFamily="34" charset="-120"/>
              </a:rPr>
              <a:t>記憶させる</a:t>
            </a:r>
            <a:r>
              <a:rPr lang="en-US" sz="2000" dirty="0">
                <a:latin typeface="Arial" pitchFamily="34" charset="0"/>
                <a:ea typeface="Arial" pitchFamily="34" charset="-122"/>
                <a:cs typeface="Arial" pitchFamily="34" charset="-120"/>
              </a:rPr>
              <a:t>。同じ場所はいつも同じ見た目になる</a:t>
            </a:r>
            <a:r>
              <a:rPr lang="ja-JP" altLang="en-US" sz="2000" dirty="0">
                <a:latin typeface="Arial" pitchFamily="34" charset="0"/>
                <a:ea typeface="Arial" pitchFamily="34" charset="-122"/>
                <a:cs typeface="Arial" pitchFamily="34" charset="-120"/>
              </a:rPr>
              <a:t>。</a:t>
            </a:r>
            <a:endParaRPr lang="en-US" sz="20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7D1"/>
                </a:solidFill>
                <a:latin typeface="Arial" pitchFamily="34" charset="0"/>
                <a:ea typeface="Arial" pitchFamily="34" charset="-122"/>
                <a:cs typeface="Arial" pitchFamily="34" charset="-120"/>
              </a:rPr>
              <a:t>10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A1F24-6252-AAF6-17D6-B2A3DC940637}"/>
              </a:ext>
            </a:extLst>
          </p:cNvPr>
          <p:cNvSpPr>
            <a:spLocks noGrp="1"/>
          </p:cNvSpPr>
          <p:nvPr>
            <p:ph type="title"/>
          </p:nvPr>
        </p:nvSpPr>
        <p:spPr>
          <a:xfrm>
            <a:off x="812800" y="1145480"/>
            <a:ext cx="10883392" cy="492720"/>
          </a:xfrm>
        </p:spPr>
        <p:txBody>
          <a:bodyPr lIns="0" tIns="0" rIns="0" bIns="0"/>
          <a:lstStyle/>
          <a:p>
            <a:pPr algn="l"/>
            <a:r>
              <a:rPr sz="3200" b="1" dirty="0" err="1">
                <a:solidFill>
                  <a:srgbClr val="1B222B"/>
                </a:solidFill>
                <a:latin typeface="Arial"/>
                <a:ea typeface="Arial"/>
              </a:rPr>
              <a:t>使用したツール</a:t>
            </a:r>
            <a:r>
              <a:rPr lang="ja-JP" altLang="en-US" b="1" dirty="0">
                <a:latin typeface="Arial"/>
                <a:ea typeface="Arial"/>
              </a:rPr>
              <a:t>など</a:t>
            </a:r>
            <a:endParaRPr sz="3200" b="1" dirty="0">
              <a:solidFill>
                <a:srgbClr val="1B222B"/>
              </a:solidFill>
              <a:latin typeface="Arial"/>
              <a:ea typeface="Arial"/>
            </a:endParaRPr>
          </a:p>
        </p:txBody>
      </p:sp>
      <p:sp>
        <p:nvSpPr>
          <p:cNvPr id="3" name="Kicker"/>
          <p:cNvSpPr txBox="1"/>
          <p:nvPr/>
        </p:nvSpPr>
        <p:spPr>
          <a:xfrm>
            <a:off x="812800" y="812800"/>
            <a:ext cx="10883392" cy="256480"/>
          </a:xfrm>
          <a:prstGeom prst="rect">
            <a:avLst/>
          </a:prstGeom>
          <a:noFill/>
        </p:spPr>
        <p:txBody>
          <a:bodyPr wrap="none" lIns="0" tIns="0" rIns="0" bIns="0">
            <a:spAutoFit/>
          </a:bodyPr>
          <a:lstStyle/>
          <a:p>
            <a:pPr algn="l"/>
            <a:r>
              <a:rPr sz="2000" b="1" dirty="0" err="1">
                <a:solidFill>
                  <a:srgbClr val="8F570B"/>
                </a:solidFill>
                <a:latin typeface="Arial"/>
                <a:ea typeface="Arial"/>
              </a:rPr>
              <a:t>開発環境</a:t>
            </a:r>
            <a:endParaRPr sz="2000" b="1" dirty="0">
              <a:solidFill>
                <a:srgbClr val="8F570B"/>
              </a:solidFill>
              <a:latin typeface="Arial"/>
              <a:ea typeface="Arial"/>
            </a:endParaRPr>
          </a:p>
        </p:txBody>
      </p:sp>
      <p:graphicFrame>
        <p:nvGraphicFramePr>
          <p:cNvPr id="4" name="ToolsTable"/>
          <p:cNvGraphicFramePr>
            <a:graphicFrameLocks noGrp="1"/>
          </p:cNvGraphicFramePr>
          <p:nvPr/>
        </p:nvGraphicFramePr>
        <p:xfrm>
          <a:off x="812800" y="1790000"/>
          <a:ext cx="10566400" cy="4546240"/>
        </p:xfrm>
        <a:graphic>
          <a:graphicData uri="http://schemas.openxmlformats.org/drawingml/2006/table">
            <a:tbl>
              <a:tblPr>
                <a:tableStyleId>{2D5ABB26-0587-4C30-8999-92F81FD0307C}</a:tableStyleId>
              </a:tblPr>
              <a:tblGrid>
                <a:gridCol w="2200000">
                  <a:extLst>
                    <a:ext uri="{9D8B030D-6E8A-4147-A177-3AD203B41FA5}">
                      <a16:colId xmlns:a16="http://schemas.microsoft.com/office/drawing/2014/main" val="20000"/>
                    </a:ext>
                  </a:extLst>
                </a:gridCol>
                <a:gridCol w="8366400">
                  <a:extLst>
                    <a:ext uri="{9D8B030D-6E8A-4147-A177-3AD203B41FA5}">
                      <a16:colId xmlns:a16="http://schemas.microsoft.com/office/drawing/2014/main" val="20001"/>
                    </a:ext>
                  </a:extLst>
                </a:gridCol>
              </a:tblGrid>
              <a:tr h="370000">
                <a:tc>
                  <a:txBody>
                    <a:bodyPr/>
                    <a:lstStyle/>
                    <a:p>
                      <a:r>
                        <a:rPr sz="1300" b="1">
                          <a:solidFill>
                            <a:srgbClr val="FFFFFF"/>
                          </a:solidFill>
                          <a:latin typeface="Arial"/>
                          <a:ea typeface="Arial"/>
                        </a:rPr>
                        <a:t>分類</a:t>
                      </a:r>
                    </a:p>
                  </a:txBody>
                  <a:tcPr marL="120000" marR="120000" marT="40000" marB="40000" anchor="ctr">
                    <a:solidFill>
                      <a:srgbClr val="1B222B"/>
                    </a:solidFill>
                  </a:tcPr>
                </a:tc>
                <a:tc>
                  <a:txBody>
                    <a:bodyPr/>
                    <a:lstStyle/>
                    <a:p>
                      <a:r>
                        <a:rPr sz="1300" b="1">
                          <a:solidFill>
                            <a:srgbClr val="FFFFFF"/>
                          </a:solidFill>
                          <a:latin typeface="Arial"/>
                          <a:ea typeface="Arial"/>
                        </a:rPr>
                        <a:t>ツール・素材</a:t>
                      </a:r>
                    </a:p>
                  </a:txBody>
                  <a:tcPr marL="120000" marR="120000" marT="40000" marB="40000" anchor="ctr">
                    <a:solidFill>
                      <a:srgbClr val="1B222B"/>
                    </a:solidFill>
                  </a:tcPr>
                </a:tc>
                <a:extLst>
                  <a:ext uri="{0D108BD9-81ED-4DB2-BD59-A6C34878D82A}">
                    <a16:rowId xmlns:a16="http://schemas.microsoft.com/office/drawing/2014/main" val="10000"/>
                  </a:ext>
                </a:extLst>
              </a:tr>
              <a:tr h="370000">
                <a:tc>
                  <a:txBody>
                    <a:bodyPr/>
                    <a:lstStyle/>
                    <a:p>
                      <a:r>
                        <a:rPr sz="1300" b="1">
                          <a:solidFill>
                            <a:srgbClr val="8F570B"/>
                          </a:solidFill>
                          <a:latin typeface="Arial"/>
                          <a:ea typeface="Arial"/>
                        </a:rPr>
                        <a:t>3D・描画</a:t>
                      </a:r>
                    </a:p>
                  </a:txBody>
                  <a:tcPr marL="120000" marR="120000" marT="40000" marB="40000" anchor="ctr">
                    <a:solidFill>
                      <a:srgbClr val="FCFCFD"/>
                    </a:solidFill>
                  </a:tcPr>
                </a:tc>
                <a:tc>
                  <a:txBody>
                    <a:bodyPr/>
                    <a:lstStyle/>
                    <a:p>
                      <a:r>
                        <a:rPr sz="1300" b="0">
                          <a:solidFill>
                            <a:srgbClr val="1B222B"/>
                          </a:solidFill>
                          <a:latin typeface="Arial"/>
                          <a:ea typeface="Arial"/>
                        </a:rPr>
                        <a:t>Unity 6.3（6000.3.7f1）、Universal Render Pipeline 17.3</a:t>
                      </a:r>
                    </a:p>
                  </a:txBody>
                  <a:tcPr marL="120000" marR="120000" marT="40000" marB="40000" anchor="ctr">
                    <a:solidFill>
                      <a:srgbClr val="FCFCFD"/>
                    </a:solidFill>
                  </a:tcPr>
                </a:tc>
                <a:extLst>
                  <a:ext uri="{0D108BD9-81ED-4DB2-BD59-A6C34878D82A}">
                    <a16:rowId xmlns:a16="http://schemas.microsoft.com/office/drawing/2014/main" val="10001"/>
                  </a:ext>
                </a:extLst>
              </a:tr>
              <a:tr h="370000">
                <a:tc>
                  <a:txBody>
                    <a:bodyPr/>
                    <a:lstStyle/>
                    <a:p>
                      <a:r>
                        <a:rPr sz="1300" b="1">
                          <a:solidFill>
                            <a:srgbClr val="8F570B"/>
                          </a:solidFill>
                          <a:latin typeface="Arial"/>
                          <a:ea typeface="Arial"/>
                        </a:rPr>
                        <a:t>3D 素材</a:t>
                      </a:r>
                    </a:p>
                  </a:txBody>
                  <a:tcPr marL="120000" marR="120000" marT="40000" marB="40000" anchor="ctr">
                    <a:solidFill>
                      <a:srgbClr val="EEF0F3"/>
                    </a:solidFill>
                  </a:tcPr>
                </a:tc>
                <a:tc>
                  <a:txBody>
                    <a:bodyPr/>
                    <a:lstStyle/>
                    <a:p>
                      <a:r>
                        <a:rPr sz="1300" b="0">
                          <a:solidFill>
                            <a:srgbClr val="1B222B"/>
                          </a:solidFill>
                          <a:latin typeface="Arial"/>
                          <a:ea typeface="Arial"/>
                        </a:rPr>
                        <a:t>Stylized Medieval Thatched Roof House（Davidweber01）</a:t>
                      </a:r>
                    </a:p>
                  </a:txBody>
                  <a:tcPr marL="120000" marR="120000" marT="40000" marB="40000" anchor="ctr">
                    <a:solidFill>
                      <a:srgbClr val="EEF0F3"/>
                    </a:solidFill>
                  </a:tcPr>
                </a:tc>
                <a:extLst>
                  <a:ext uri="{0D108BD9-81ED-4DB2-BD59-A6C34878D82A}">
                    <a16:rowId xmlns:a16="http://schemas.microsoft.com/office/drawing/2014/main" val="10002"/>
                  </a:ext>
                </a:extLst>
              </a:tr>
              <a:tr h="370000">
                <a:tc>
                  <a:txBody>
                    <a:bodyPr/>
                    <a:lstStyle/>
                    <a:p>
                      <a:r>
                        <a:rPr sz="1300" b="1">
                          <a:solidFill>
                            <a:srgbClr val="8F570B"/>
                          </a:solidFill>
                          <a:latin typeface="Arial"/>
                          <a:ea typeface="Arial"/>
                        </a:rPr>
                        <a:t>言語</a:t>
                      </a:r>
                    </a:p>
                  </a:txBody>
                  <a:tcPr marL="120000" marR="120000" marT="40000" marB="40000" anchor="ctr">
                    <a:solidFill>
                      <a:srgbClr val="FCFCFD"/>
                    </a:solidFill>
                  </a:tcPr>
                </a:tc>
                <a:tc>
                  <a:txBody>
                    <a:bodyPr/>
                    <a:lstStyle/>
                    <a:p>
                      <a:r>
                        <a:rPr sz="1300" b="0">
                          <a:solidFill>
                            <a:srgbClr val="1B222B"/>
                          </a:solidFill>
                          <a:latin typeface="Arial"/>
                          <a:ea typeface="Arial"/>
                        </a:rPr>
                        <a:t>C#（Unity 側）、Python 3.10（AI 側）</a:t>
                      </a:r>
                    </a:p>
                  </a:txBody>
                  <a:tcPr marL="120000" marR="120000" marT="40000" marB="40000" anchor="ctr">
                    <a:solidFill>
                      <a:srgbClr val="FCFCFD"/>
                    </a:solidFill>
                  </a:tcPr>
                </a:tc>
                <a:extLst>
                  <a:ext uri="{0D108BD9-81ED-4DB2-BD59-A6C34878D82A}">
                    <a16:rowId xmlns:a16="http://schemas.microsoft.com/office/drawing/2014/main" val="10003"/>
                  </a:ext>
                </a:extLst>
              </a:tr>
              <a:tr h="370000">
                <a:tc>
                  <a:txBody>
                    <a:bodyPr/>
                    <a:lstStyle/>
                    <a:p>
                      <a:r>
                        <a:rPr sz="1300" b="1">
                          <a:solidFill>
                            <a:srgbClr val="8F570B"/>
                          </a:solidFill>
                          <a:latin typeface="Arial"/>
                          <a:ea typeface="Arial"/>
                        </a:rPr>
                        <a:t>画像生成 AI</a:t>
                      </a:r>
                    </a:p>
                  </a:txBody>
                  <a:tcPr marL="120000" marR="120000" marT="40000" marB="40000" anchor="ctr">
                    <a:solidFill>
                      <a:srgbClr val="EEF0F3"/>
                    </a:solidFill>
                  </a:tcPr>
                </a:tc>
                <a:tc>
                  <a:txBody>
                    <a:bodyPr/>
                    <a:lstStyle/>
                    <a:p>
                      <a:r>
                        <a:rPr sz="1300" b="0">
                          <a:solidFill>
                            <a:srgbClr val="1B222B"/>
                          </a:solidFill>
                          <a:latin typeface="Arial"/>
                          <a:ea typeface="Arial"/>
                        </a:rPr>
                        <a:t>StreamDiffusion、Realistic Vision V5.1（Stable Diffusion 1.5 系）、LCM-LoRA（latent-consistency/lcm-lora-sdv1-5）、TinyVAE（madebyollin/taesd）</a:t>
                      </a:r>
                    </a:p>
                  </a:txBody>
                  <a:tcPr marL="120000" marR="120000" marT="40000" marB="40000" anchor="ctr">
                    <a:solidFill>
                      <a:srgbClr val="EEF0F3"/>
                    </a:solidFill>
                  </a:tcPr>
                </a:tc>
                <a:extLst>
                  <a:ext uri="{0D108BD9-81ED-4DB2-BD59-A6C34878D82A}">
                    <a16:rowId xmlns:a16="http://schemas.microsoft.com/office/drawing/2014/main" val="10004"/>
                  </a:ext>
                </a:extLst>
              </a:tr>
              <a:tr h="370000">
                <a:tc>
                  <a:txBody>
                    <a:bodyPr/>
                    <a:lstStyle/>
                    <a:p>
                      <a:r>
                        <a:rPr sz="1300" b="1">
                          <a:solidFill>
                            <a:srgbClr val="8F570B"/>
                          </a:solidFill>
                          <a:latin typeface="Arial"/>
                          <a:ea typeface="Arial"/>
                        </a:rPr>
                        <a:t>比較したモデル</a:t>
                      </a:r>
                    </a:p>
                  </a:txBody>
                  <a:tcPr marL="120000" marR="120000" marT="40000" marB="40000" anchor="ctr">
                    <a:solidFill>
                      <a:srgbClr val="FCFCFD"/>
                    </a:solidFill>
                  </a:tcPr>
                </a:tc>
                <a:tc>
                  <a:txBody>
                    <a:bodyPr/>
                    <a:lstStyle/>
                    <a:p>
                      <a:r>
                        <a:rPr sz="1300" b="0">
                          <a:solidFill>
                            <a:srgbClr val="1B222B"/>
                          </a:solidFill>
                          <a:latin typeface="Arial"/>
                          <a:ea typeface="Arial"/>
                        </a:rPr>
                        <a:t>Stable Diffusion 1.5（runwayml）、DreamShaper 8</a:t>
                      </a:r>
                    </a:p>
                  </a:txBody>
                  <a:tcPr marL="120000" marR="120000" marT="40000" marB="40000" anchor="ctr">
                    <a:solidFill>
                      <a:srgbClr val="FCFCFD"/>
                    </a:solidFill>
                  </a:tcPr>
                </a:tc>
                <a:extLst>
                  <a:ext uri="{0D108BD9-81ED-4DB2-BD59-A6C34878D82A}">
                    <a16:rowId xmlns:a16="http://schemas.microsoft.com/office/drawing/2014/main" val="10005"/>
                  </a:ext>
                </a:extLst>
              </a:tr>
              <a:tr h="370000">
                <a:tc>
                  <a:txBody>
                    <a:bodyPr/>
                    <a:lstStyle/>
                    <a:p>
                      <a:r>
                        <a:rPr sz="1300" b="1">
                          <a:solidFill>
                            <a:srgbClr val="8F570B"/>
                          </a:solidFill>
                          <a:latin typeface="Arial"/>
                          <a:ea typeface="Arial"/>
                        </a:rPr>
                        <a:t>AI ライブラリ</a:t>
                      </a:r>
                    </a:p>
                  </a:txBody>
                  <a:tcPr marL="120000" marR="120000" marT="40000" marB="40000" anchor="ctr">
                    <a:solidFill>
                      <a:srgbClr val="EEF0F3"/>
                    </a:solidFill>
                  </a:tcPr>
                </a:tc>
                <a:tc>
                  <a:txBody>
                    <a:bodyPr/>
                    <a:lstStyle/>
                    <a:p>
                      <a:r>
                        <a:rPr sz="1300" b="0">
                          <a:solidFill>
                            <a:srgbClr val="1B222B"/>
                          </a:solidFill>
                          <a:latin typeface="Arial"/>
                          <a:ea typeface="Arial"/>
                        </a:rPr>
                        <a:t>PyTorch 2.11（CUDA 12.8）、diffusers 0.24、transformers 4.40、Hugging Face Hub</a:t>
                      </a:r>
                    </a:p>
                  </a:txBody>
                  <a:tcPr marL="120000" marR="120000" marT="40000" marB="40000" anchor="ctr">
                    <a:solidFill>
                      <a:srgbClr val="EEF0F3"/>
                    </a:solidFill>
                  </a:tcPr>
                </a:tc>
                <a:extLst>
                  <a:ext uri="{0D108BD9-81ED-4DB2-BD59-A6C34878D82A}">
                    <a16:rowId xmlns:a16="http://schemas.microsoft.com/office/drawing/2014/main" val="10006"/>
                  </a:ext>
                </a:extLst>
              </a:tr>
              <a:tr h="370000">
                <a:tc>
                  <a:txBody>
                    <a:bodyPr/>
                    <a:lstStyle/>
                    <a:p>
                      <a:r>
                        <a:rPr sz="1300" b="1">
                          <a:solidFill>
                            <a:srgbClr val="8F570B"/>
                          </a:solidFill>
                          <a:latin typeface="Arial"/>
                          <a:ea typeface="Arial"/>
                        </a:rPr>
                        <a:t>高速化</a:t>
                      </a:r>
                    </a:p>
                  </a:txBody>
                  <a:tcPr marL="120000" marR="120000" marT="40000" marB="40000" anchor="ctr">
                    <a:solidFill>
                      <a:srgbClr val="FCFCFD"/>
                    </a:solidFill>
                  </a:tcPr>
                </a:tc>
                <a:tc>
                  <a:txBody>
                    <a:bodyPr/>
                    <a:lstStyle/>
                    <a:p>
                      <a:r>
                        <a:rPr sz="1300" b="0">
                          <a:solidFill>
                            <a:srgbClr val="1B222B"/>
                          </a:solidFill>
                          <a:latin typeface="Arial"/>
                          <a:ea typeface="Arial"/>
                        </a:rPr>
                        <a:t>TensorRT 10.16、ONNX、ONNX Runtime、Polygraphy、cuda-python</a:t>
                      </a:r>
                    </a:p>
                  </a:txBody>
                  <a:tcPr marL="120000" marR="120000" marT="40000" marB="40000" anchor="ctr">
                    <a:solidFill>
                      <a:srgbClr val="FCFCFD"/>
                    </a:solidFill>
                  </a:tcPr>
                </a:tc>
                <a:extLst>
                  <a:ext uri="{0D108BD9-81ED-4DB2-BD59-A6C34878D82A}">
                    <a16:rowId xmlns:a16="http://schemas.microsoft.com/office/drawing/2014/main" val="10007"/>
                  </a:ext>
                </a:extLst>
              </a:tr>
              <a:tr h="370000">
                <a:tc>
                  <a:txBody>
                    <a:bodyPr/>
                    <a:lstStyle/>
                    <a:p>
                      <a:r>
                        <a:rPr sz="1300" b="1">
                          <a:solidFill>
                            <a:srgbClr val="8F570B"/>
                          </a:solidFill>
                          <a:latin typeface="Arial"/>
                          <a:ea typeface="Arial"/>
                        </a:rPr>
                        <a:t>画像処理・数値計算</a:t>
                      </a:r>
                    </a:p>
                  </a:txBody>
                  <a:tcPr marL="120000" marR="120000" marT="40000" marB="40000" anchor="ctr">
                    <a:solidFill>
                      <a:srgbClr val="EEF0F3"/>
                    </a:solidFill>
                  </a:tcPr>
                </a:tc>
                <a:tc>
                  <a:txBody>
                    <a:bodyPr/>
                    <a:lstStyle/>
                    <a:p>
                      <a:r>
                        <a:rPr sz="1300" b="0">
                          <a:solidFill>
                            <a:srgbClr val="1B222B"/>
                          </a:solidFill>
                          <a:latin typeface="Arial"/>
                          <a:ea typeface="Arial"/>
                        </a:rPr>
                        <a:t>OpenCV 4.10、NumPy 1.26、Pillow</a:t>
                      </a:r>
                    </a:p>
                  </a:txBody>
                  <a:tcPr marL="120000" marR="120000" marT="40000" marB="40000" anchor="ctr">
                    <a:solidFill>
                      <a:srgbClr val="EEF0F3"/>
                    </a:solidFill>
                  </a:tcPr>
                </a:tc>
                <a:extLst>
                  <a:ext uri="{0D108BD9-81ED-4DB2-BD59-A6C34878D82A}">
                    <a16:rowId xmlns:a16="http://schemas.microsoft.com/office/drawing/2014/main" val="10008"/>
                  </a:ext>
                </a:extLst>
              </a:tr>
              <a:tr h="370000">
                <a:tc>
                  <a:txBody>
                    <a:bodyPr/>
                    <a:lstStyle/>
                    <a:p>
                      <a:r>
                        <a:rPr sz="1300" b="1">
                          <a:solidFill>
                            <a:srgbClr val="8F570B"/>
                          </a:solidFill>
                          <a:latin typeface="Arial"/>
                          <a:ea typeface="Arial"/>
                        </a:rPr>
                        <a:t>通信</a:t>
                      </a:r>
                    </a:p>
                  </a:txBody>
                  <a:tcPr marL="120000" marR="120000" marT="40000" marB="40000" anchor="ctr">
                    <a:solidFill>
                      <a:srgbClr val="FCFCFD"/>
                    </a:solidFill>
                  </a:tcPr>
                </a:tc>
                <a:tc>
                  <a:txBody>
                    <a:bodyPr/>
                    <a:lstStyle/>
                    <a:p>
                      <a:r>
                        <a:rPr sz="1300" b="0">
                          <a:solidFill>
                            <a:srgbClr val="1B222B"/>
                          </a:solidFill>
                          <a:latin typeface="Arial"/>
                          <a:ea typeface="Arial"/>
                        </a:rPr>
                        <a:t>UDP（Python の socket、.NET の UdpClient）</a:t>
                      </a:r>
                    </a:p>
                  </a:txBody>
                  <a:tcPr marL="120000" marR="120000" marT="40000" marB="40000" anchor="ctr">
                    <a:solidFill>
                      <a:srgbClr val="FCFCFD"/>
                    </a:solidFill>
                  </a:tcPr>
                </a:tc>
                <a:extLst>
                  <a:ext uri="{0D108BD9-81ED-4DB2-BD59-A6C34878D82A}">
                    <a16:rowId xmlns:a16="http://schemas.microsoft.com/office/drawing/2014/main" val="10009"/>
                  </a:ext>
                </a:extLst>
              </a:tr>
              <a:tr h="370000">
                <a:tc>
                  <a:txBody>
                    <a:bodyPr/>
                    <a:lstStyle/>
                    <a:p>
                      <a:r>
                        <a:rPr sz="1300" b="1">
                          <a:solidFill>
                            <a:srgbClr val="8F570B"/>
                          </a:solidFill>
                          <a:latin typeface="Arial"/>
                          <a:ea typeface="Arial"/>
                        </a:rPr>
                        <a:t>開発支援</a:t>
                      </a:r>
                    </a:p>
                  </a:txBody>
                  <a:tcPr marL="120000" marR="120000" marT="40000" marB="40000" anchor="ctr">
                    <a:solidFill>
                      <a:srgbClr val="EEF0F3"/>
                    </a:solidFill>
                  </a:tcPr>
                </a:tc>
                <a:tc>
                  <a:txBody>
                    <a:bodyPr/>
                    <a:lstStyle/>
                    <a:p>
                      <a:r>
                        <a:rPr sz="1300" b="0">
                          <a:solidFill>
                            <a:srgbClr val="1B222B"/>
                          </a:solidFill>
                          <a:latin typeface="Arial"/>
                          <a:ea typeface="Arial"/>
                        </a:rPr>
                        <a:t>Git / GitHub、Claude Code、Gemini</a:t>
                      </a:r>
                    </a:p>
                  </a:txBody>
                  <a:tcPr marL="120000" marR="120000" marT="40000" marB="40000" anchor="ctr">
                    <a:solidFill>
                      <a:srgbClr val="EEF0F3"/>
                    </a:solidFill>
                  </a:tcPr>
                </a:tc>
                <a:extLst>
                  <a:ext uri="{0D108BD9-81ED-4DB2-BD59-A6C34878D82A}">
                    <a16:rowId xmlns:a16="http://schemas.microsoft.com/office/drawing/2014/main" val="10010"/>
                  </a:ext>
                </a:extLst>
              </a:tr>
              <a:tr h="370000">
                <a:tc>
                  <a:txBody>
                    <a:bodyPr/>
                    <a:lstStyle/>
                    <a:p>
                      <a:r>
                        <a:rPr sz="1300" b="1">
                          <a:solidFill>
                            <a:srgbClr val="8F570B"/>
                          </a:solidFill>
                          <a:latin typeface="Arial"/>
                          <a:ea typeface="Arial"/>
                        </a:rPr>
                        <a:t>実行環境</a:t>
                      </a:r>
                    </a:p>
                  </a:txBody>
                  <a:tcPr marL="120000" marR="120000" marT="40000" marB="40000" anchor="ctr">
                    <a:solidFill>
                      <a:srgbClr val="FCFCFD"/>
                    </a:solidFill>
                  </a:tcPr>
                </a:tc>
                <a:tc>
                  <a:txBody>
                    <a:bodyPr/>
                    <a:lstStyle/>
                    <a:p>
                      <a:r>
                        <a:rPr sz="1300" b="0" dirty="0">
                          <a:solidFill>
                            <a:srgbClr val="1B222B"/>
                          </a:solidFill>
                          <a:latin typeface="Arial"/>
                          <a:ea typeface="Arial"/>
                        </a:rPr>
                        <a:t>Windows 11、NVIDIA GeForce RTX 5070（VRAM 12GB）、Intel Core i5-12400、メモリ 32GB</a:t>
                      </a:r>
                    </a:p>
                  </a:txBody>
                  <a:tcPr marL="120000" marR="120000" marT="40000" marB="40000" anchor="ctr">
                    <a:solidFill>
                      <a:srgbClr val="FCFCFD"/>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797892990"/>
      </p:ext>
    </p:extLst>
  </p:cSld>
  <p:clrMapOvr>
    <a:masterClrMapping/>
  </p:clrMapOvr>
</p:sld>
</file>

<file path=ppt/theme/theme1.xml><?xml version="1.0" encoding="utf-8"?>
<a:theme xmlns:a="http://schemas.openxmlformats.org/drawingml/2006/main" name="AIニューラルレンダリング 4分発表">
  <a:themeElements>
    <a:clrScheme name="AIニューラルレンダリング 4分発表">
      <a:dk1>
        <a:srgbClr val="1B222B"/>
      </a:dk1>
      <a:lt1>
        <a:srgbClr val="F5F6F8"/>
      </a:lt1>
      <a:dk2>
        <a:srgbClr val="52575E"/>
      </a:dk2>
      <a:lt2>
        <a:srgbClr val="DFE1E4"/>
      </a:lt2>
      <a:accent1>
        <a:srgbClr val="8F570B"/>
      </a:accent1>
      <a:accent2>
        <a:srgbClr val="B9781B"/>
      </a:accent2>
      <a:accent3>
        <a:srgbClr val="E0A443"/>
      </a:accent3>
      <a:accent4>
        <a:srgbClr val="4A5563"/>
      </a:accent4>
      <a:accent5>
        <a:srgbClr val="BFC7D1"/>
      </a:accent5>
      <a:accent6>
        <a:srgbClr val="6B7480"/>
      </a:accent6>
      <a:hlink>
        <a:srgbClr val="0563C1"/>
      </a:hlink>
      <a:folHlink>
        <a:srgbClr val="954F72"/>
      </a:folHlink>
    </a:clrScheme>
    <a:fontScheme name="AIニューラルレンダリング 4分発表">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711</Words>
  <Application>Microsoft Office PowerPoint</Application>
  <PresentationFormat>ワイド画面</PresentationFormat>
  <Paragraphs>196</Paragraphs>
  <Slides>12</Slides>
  <Notes>11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Arial</vt:lpstr>
      <vt:lpstr>Courier New</vt:lpstr>
      <vt:lpstr>AIニューラルレンダリング 4分発表</vt:lpstr>
      <vt:lpstr>3Dの映像を、AIで リアルタイムに写実的な映像へ</vt:lpstr>
      <vt:lpstr>世界の形は3Dモデルで、見た目はAIで</vt:lpstr>
      <vt:lpstr>リアルタイムで動かすための仕組み</vt:lpstr>
      <vt:lpstr>動いたが、目標とは離れていた</vt:lpstr>
      <vt:lpstr>環境を作り直し、高速化ツールを最新GPUに対応</vt:lpstr>
      <vt:lpstr>写実的なモデルと、シーンに合った指示文</vt:lpstr>
      <vt:lpstr>Unityの3D情報を使い、模様を景色に張り付ける</vt:lpstr>
      <vt:lpstr>数値で見る成果</vt:lpstr>
      <vt:lpstr>改善前と改善後</vt:lpstr>
      <vt:lpstr>理想的な環境でのテスト</vt:lpstr>
      <vt:lpstr>細部の変化は、今回の仕組みでは修正不可能</vt:lpstr>
      <vt:lpstr>使用したツールなど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AIニューラルレンダリング 4分発表</dc:title>
  <dc:subject/>
  <dc:creator/>
  <cp:lastModifiedBy>岡本　悠真</cp:lastModifiedBy>
  <cp:revision>1</cp:revision>
  <dcterms:created xsi:type="dcterms:W3CDTF">2026-10-12T10:25:07Z</dcterms:created>
  <dcterms:modified xsi:type="dcterms:W3CDTF">2026-10-12T18:37:17Z</dcterms:modified>
</cp:coreProperties>
</file>